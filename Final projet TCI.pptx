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0"/>
  </p:notesMasterIdLst>
  <p:sldIdLst>
    <p:sldId id="256" r:id="rId2"/>
    <p:sldId id="257" r:id="rId3"/>
    <p:sldId id="260" r:id="rId4"/>
    <p:sldId id="259"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321071-EAC5-4744-99E6-E2D13C8997D8}" type="doc">
      <dgm:prSet loTypeId="urn:microsoft.com/office/officeart/2005/8/layout/radial5" loCatId="cycle" qsTypeId="urn:microsoft.com/office/officeart/2005/8/quickstyle/simple3" qsCatId="simple" csTypeId="urn:microsoft.com/office/officeart/2005/8/colors/accent1_2" csCatId="accent1" phldr="1"/>
      <dgm:spPr/>
      <dgm:t>
        <a:bodyPr/>
        <a:lstStyle/>
        <a:p>
          <a:endParaRPr lang="en-GB"/>
        </a:p>
      </dgm:t>
    </dgm:pt>
    <dgm:pt modelId="{116331BD-244D-43C8-9340-081C9AD00454}">
      <dgm:prSet phldrT="[Text]"/>
      <dgm:spPr/>
      <dgm:t>
        <a:bodyPr/>
        <a:lstStyle/>
        <a:p>
          <a:r>
            <a:rPr lang="en-GB" dirty="0">
              <a:solidFill>
                <a:srgbClr val="C00000"/>
              </a:solidFill>
            </a:rPr>
            <a:t>Introduction To TCI </a:t>
          </a:r>
        </a:p>
      </dgm:t>
    </dgm:pt>
    <dgm:pt modelId="{40F86379-6F96-4F4D-A5D3-18B47C727C0B}" type="parTrans" cxnId="{6B34BB11-D5B9-47E7-B81A-FAE297968D99}">
      <dgm:prSet/>
      <dgm:spPr/>
      <dgm:t>
        <a:bodyPr/>
        <a:lstStyle/>
        <a:p>
          <a:endParaRPr lang="en-GB"/>
        </a:p>
      </dgm:t>
    </dgm:pt>
    <dgm:pt modelId="{6D72301A-12BD-4E5E-A1F0-D7CF12A001B3}" type="sibTrans" cxnId="{6B34BB11-D5B9-47E7-B81A-FAE297968D99}">
      <dgm:prSet/>
      <dgm:spPr/>
      <dgm:t>
        <a:bodyPr/>
        <a:lstStyle/>
        <a:p>
          <a:endParaRPr lang="en-GB"/>
        </a:p>
      </dgm:t>
    </dgm:pt>
    <dgm:pt modelId="{917B6BA9-3CEE-497A-AD64-38B9D7DCF980}">
      <dgm:prSet phldrT="[Text]" phldr="0"/>
      <dgm:spPr/>
      <dgm:t>
        <a:bodyPr/>
        <a:lstStyle/>
        <a:p>
          <a:r>
            <a:rPr lang="en-GB" dirty="0"/>
            <a:t>Definition</a:t>
          </a:r>
        </a:p>
      </dgm:t>
    </dgm:pt>
    <dgm:pt modelId="{827C1EC1-0F9F-465E-ADCF-41CC522A91FA}" type="parTrans" cxnId="{DBED2F28-82BB-498F-A713-0262B1C12A13}">
      <dgm:prSet/>
      <dgm:spPr/>
      <dgm:t>
        <a:bodyPr/>
        <a:lstStyle/>
        <a:p>
          <a:endParaRPr lang="en-GB"/>
        </a:p>
      </dgm:t>
    </dgm:pt>
    <dgm:pt modelId="{9753386E-7442-4AA0-9DB8-82A955277012}" type="sibTrans" cxnId="{DBED2F28-82BB-498F-A713-0262B1C12A13}">
      <dgm:prSet/>
      <dgm:spPr/>
      <dgm:t>
        <a:bodyPr/>
        <a:lstStyle/>
        <a:p>
          <a:endParaRPr lang="en-GB"/>
        </a:p>
      </dgm:t>
    </dgm:pt>
    <dgm:pt modelId="{B9448DE5-ABA0-4679-9452-B5002C9C585A}">
      <dgm:prSet phldrT="[Text]"/>
      <dgm:spPr/>
      <dgm:t>
        <a:bodyPr/>
        <a:lstStyle/>
        <a:p>
          <a:pPr>
            <a:buNone/>
          </a:pPr>
          <a:r>
            <a:rPr lang="en-GB" b="0" i="0" u="none" dirty="0"/>
            <a:t>Report Objectives and Structure</a:t>
          </a:r>
          <a:endParaRPr lang="en-GB" dirty="0"/>
        </a:p>
      </dgm:t>
    </dgm:pt>
    <dgm:pt modelId="{D628B3BE-CC8C-4C4E-AEF0-E9BE95609345}" type="parTrans" cxnId="{C67AB059-11B1-4CE4-B71A-F8D02C6ADAFD}">
      <dgm:prSet/>
      <dgm:spPr/>
      <dgm:t>
        <a:bodyPr/>
        <a:lstStyle/>
        <a:p>
          <a:endParaRPr lang="en-GB"/>
        </a:p>
      </dgm:t>
    </dgm:pt>
    <dgm:pt modelId="{E2371078-D6E8-43BF-9421-AAD0CF8A6631}" type="sibTrans" cxnId="{C67AB059-11B1-4CE4-B71A-F8D02C6ADAFD}">
      <dgm:prSet/>
      <dgm:spPr/>
      <dgm:t>
        <a:bodyPr/>
        <a:lstStyle/>
        <a:p>
          <a:endParaRPr lang="en-GB"/>
        </a:p>
      </dgm:t>
    </dgm:pt>
    <dgm:pt modelId="{B607810A-0F01-498E-A3CF-4ABDA16196AC}" type="pres">
      <dgm:prSet presAssocID="{1D321071-EAC5-4744-99E6-E2D13C8997D8}" presName="Name0" presStyleCnt="0">
        <dgm:presLayoutVars>
          <dgm:chMax val="1"/>
          <dgm:dir/>
          <dgm:animLvl val="ctr"/>
          <dgm:resizeHandles val="exact"/>
        </dgm:presLayoutVars>
      </dgm:prSet>
      <dgm:spPr/>
    </dgm:pt>
    <dgm:pt modelId="{D01BB6E9-F55C-41BA-A8EF-253B5DB567D0}" type="pres">
      <dgm:prSet presAssocID="{116331BD-244D-43C8-9340-081C9AD00454}" presName="centerShape" presStyleLbl="node0" presStyleIdx="0" presStyleCnt="1"/>
      <dgm:spPr/>
    </dgm:pt>
    <dgm:pt modelId="{092A1690-3578-4100-BE76-D2D754B7667C}" type="pres">
      <dgm:prSet presAssocID="{827C1EC1-0F9F-465E-ADCF-41CC522A91FA}" presName="parTrans" presStyleLbl="sibTrans2D1" presStyleIdx="0" presStyleCnt="2"/>
      <dgm:spPr/>
    </dgm:pt>
    <dgm:pt modelId="{3E237E86-3878-44DA-B757-10C1730D03C4}" type="pres">
      <dgm:prSet presAssocID="{827C1EC1-0F9F-465E-ADCF-41CC522A91FA}" presName="connectorText" presStyleLbl="sibTrans2D1" presStyleIdx="0" presStyleCnt="2"/>
      <dgm:spPr/>
    </dgm:pt>
    <dgm:pt modelId="{FB340F67-2B34-4E82-83ED-33961C900319}" type="pres">
      <dgm:prSet presAssocID="{917B6BA9-3CEE-497A-AD64-38B9D7DCF980}" presName="node" presStyleLbl="node1" presStyleIdx="0" presStyleCnt="2">
        <dgm:presLayoutVars>
          <dgm:bulletEnabled val="1"/>
        </dgm:presLayoutVars>
      </dgm:prSet>
      <dgm:spPr/>
    </dgm:pt>
    <dgm:pt modelId="{55B36E78-F9A6-43D1-B723-1E83AACCE0AA}" type="pres">
      <dgm:prSet presAssocID="{D628B3BE-CC8C-4C4E-AEF0-E9BE95609345}" presName="parTrans" presStyleLbl="sibTrans2D1" presStyleIdx="1" presStyleCnt="2"/>
      <dgm:spPr/>
    </dgm:pt>
    <dgm:pt modelId="{AD9D31C4-4920-4622-B088-89B8EB133391}" type="pres">
      <dgm:prSet presAssocID="{D628B3BE-CC8C-4C4E-AEF0-E9BE95609345}" presName="connectorText" presStyleLbl="sibTrans2D1" presStyleIdx="1" presStyleCnt="2"/>
      <dgm:spPr/>
    </dgm:pt>
    <dgm:pt modelId="{4817783E-3342-456A-B4F1-734462D0D6DB}" type="pres">
      <dgm:prSet presAssocID="{B9448DE5-ABA0-4679-9452-B5002C9C585A}" presName="node" presStyleLbl="node1" presStyleIdx="1" presStyleCnt="2">
        <dgm:presLayoutVars>
          <dgm:bulletEnabled val="1"/>
        </dgm:presLayoutVars>
      </dgm:prSet>
      <dgm:spPr/>
    </dgm:pt>
  </dgm:ptLst>
  <dgm:cxnLst>
    <dgm:cxn modelId="{6B34BB11-D5B9-47E7-B81A-FAE297968D99}" srcId="{1D321071-EAC5-4744-99E6-E2D13C8997D8}" destId="{116331BD-244D-43C8-9340-081C9AD00454}" srcOrd="0" destOrd="0" parTransId="{40F86379-6F96-4F4D-A5D3-18B47C727C0B}" sibTransId="{6D72301A-12BD-4E5E-A1F0-D7CF12A001B3}"/>
    <dgm:cxn modelId="{DBED2F28-82BB-498F-A713-0262B1C12A13}" srcId="{116331BD-244D-43C8-9340-081C9AD00454}" destId="{917B6BA9-3CEE-497A-AD64-38B9D7DCF980}" srcOrd="0" destOrd="0" parTransId="{827C1EC1-0F9F-465E-ADCF-41CC522A91FA}" sibTransId="{9753386E-7442-4AA0-9DB8-82A955277012}"/>
    <dgm:cxn modelId="{49D44865-8A03-4DDA-8B55-D154EA08C53B}" type="presOf" srcId="{827C1EC1-0F9F-465E-ADCF-41CC522A91FA}" destId="{092A1690-3578-4100-BE76-D2D754B7667C}" srcOrd="0" destOrd="0" presId="urn:microsoft.com/office/officeart/2005/8/layout/radial5"/>
    <dgm:cxn modelId="{3AD8A965-05E5-4F1A-A08E-3590733872EE}" type="presOf" srcId="{1D321071-EAC5-4744-99E6-E2D13C8997D8}" destId="{B607810A-0F01-498E-A3CF-4ABDA16196AC}" srcOrd="0" destOrd="0" presId="urn:microsoft.com/office/officeart/2005/8/layout/radial5"/>
    <dgm:cxn modelId="{9B974851-4965-4182-9270-BC6E843AD59D}" type="presOf" srcId="{B9448DE5-ABA0-4679-9452-B5002C9C585A}" destId="{4817783E-3342-456A-B4F1-734462D0D6DB}" srcOrd="0" destOrd="0" presId="urn:microsoft.com/office/officeart/2005/8/layout/radial5"/>
    <dgm:cxn modelId="{C67AB059-11B1-4CE4-B71A-F8D02C6ADAFD}" srcId="{116331BD-244D-43C8-9340-081C9AD00454}" destId="{B9448DE5-ABA0-4679-9452-B5002C9C585A}" srcOrd="1" destOrd="0" parTransId="{D628B3BE-CC8C-4C4E-AEF0-E9BE95609345}" sibTransId="{E2371078-D6E8-43BF-9421-AAD0CF8A6631}"/>
    <dgm:cxn modelId="{4610F87D-60D5-4D99-841C-6C457CCF4055}" type="presOf" srcId="{917B6BA9-3CEE-497A-AD64-38B9D7DCF980}" destId="{FB340F67-2B34-4E82-83ED-33961C900319}" srcOrd="0" destOrd="0" presId="urn:microsoft.com/office/officeart/2005/8/layout/radial5"/>
    <dgm:cxn modelId="{A52E668F-C712-48C7-A4F6-78C704523C0D}" type="presOf" srcId="{827C1EC1-0F9F-465E-ADCF-41CC522A91FA}" destId="{3E237E86-3878-44DA-B757-10C1730D03C4}" srcOrd="1" destOrd="0" presId="urn:microsoft.com/office/officeart/2005/8/layout/radial5"/>
    <dgm:cxn modelId="{0172E6B5-7F91-4C4C-BA71-3D0CD500233C}" type="presOf" srcId="{D628B3BE-CC8C-4C4E-AEF0-E9BE95609345}" destId="{AD9D31C4-4920-4622-B088-89B8EB133391}" srcOrd="1" destOrd="0" presId="urn:microsoft.com/office/officeart/2005/8/layout/radial5"/>
    <dgm:cxn modelId="{8E0D66E5-4CED-4F5B-B0F7-D4F35818CBC7}" type="presOf" srcId="{D628B3BE-CC8C-4C4E-AEF0-E9BE95609345}" destId="{55B36E78-F9A6-43D1-B723-1E83AACCE0AA}" srcOrd="0" destOrd="0" presId="urn:microsoft.com/office/officeart/2005/8/layout/radial5"/>
    <dgm:cxn modelId="{7A2C3FF3-5D07-40A0-A837-11E66C504D54}" type="presOf" srcId="{116331BD-244D-43C8-9340-081C9AD00454}" destId="{D01BB6E9-F55C-41BA-A8EF-253B5DB567D0}" srcOrd="0" destOrd="0" presId="urn:microsoft.com/office/officeart/2005/8/layout/radial5"/>
    <dgm:cxn modelId="{406A872A-810C-4E09-9DB1-F186E7D04F55}" type="presParOf" srcId="{B607810A-0F01-498E-A3CF-4ABDA16196AC}" destId="{D01BB6E9-F55C-41BA-A8EF-253B5DB567D0}" srcOrd="0" destOrd="0" presId="urn:microsoft.com/office/officeart/2005/8/layout/radial5"/>
    <dgm:cxn modelId="{D3764673-C694-467F-AB3B-DD0763D9EF4E}" type="presParOf" srcId="{B607810A-0F01-498E-A3CF-4ABDA16196AC}" destId="{092A1690-3578-4100-BE76-D2D754B7667C}" srcOrd="1" destOrd="0" presId="urn:microsoft.com/office/officeart/2005/8/layout/radial5"/>
    <dgm:cxn modelId="{AF6B171B-476C-499D-B280-F0CAA6DA4507}" type="presParOf" srcId="{092A1690-3578-4100-BE76-D2D754B7667C}" destId="{3E237E86-3878-44DA-B757-10C1730D03C4}" srcOrd="0" destOrd="0" presId="urn:microsoft.com/office/officeart/2005/8/layout/radial5"/>
    <dgm:cxn modelId="{A63480F2-2310-4930-B059-CA2C8D0FE812}" type="presParOf" srcId="{B607810A-0F01-498E-A3CF-4ABDA16196AC}" destId="{FB340F67-2B34-4E82-83ED-33961C900319}" srcOrd="2" destOrd="0" presId="urn:microsoft.com/office/officeart/2005/8/layout/radial5"/>
    <dgm:cxn modelId="{37166E9A-B811-4016-A337-BED7F4D6C9AF}" type="presParOf" srcId="{B607810A-0F01-498E-A3CF-4ABDA16196AC}" destId="{55B36E78-F9A6-43D1-B723-1E83AACCE0AA}" srcOrd="3" destOrd="0" presId="urn:microsoft.com/office/officeart/2005/8/layout/radial5"/>
    <dgm:cxn modelId="{F4863763-26BA-4709-8F85-C87A852BC7B9}" type="presParOf" srcId="{55B36E78-F9A6-43D1-B723-1E83AACCE0AA}" destId="{AD9D31C4-4920-4622-B088-89B8EB133391}" srcOrd="0" destOrd="0" presId="urn:microsoft.com/office/officeart/2005/8/layout/radial5"/>
    <dgm:cxn modelId="{39AF3A3F-7865-47D7-81FD-503D84679355}" type="presParOf" srcId="{B607810A-0F01-498E-A3CF-4ABDA16196AC}" destId="{4817783E-3342-456A-B4F1-734462D0D6DB}" srcOrd="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D258E0-42ED-4076-B29A-A891EA565C8F}" type="doc">
      <dgm:prSet loTypeId="urn:microsoft.com/office/officeart/2005/8/layout/radial5" loCatId="cycle" qsTypeId="urn:microsoft.com/office/officeart/2005/8/quickstyle/simple3" qsCatId="simple" csTypeId="urn:microsoft.com/office/officeart/2005/8/colors/accent1_2" csCatId="accent1" phldr="1"/>
      <dgm:spPr/>
      <dgm:t>
        <a:bodyPr/>
        <a:lstStyle/>
        <a:p>
          <a:endParaRPr lang="en-GB"/>
        </a:p>
      </dgm:t>
    </dgm:pt>
    <dgm:pt modelId="{42D7CE85-712F-46B0-BE2E-B4F9894950D6}">
      <dgm:prSet phldrT="[Text]" phldr="0"/>
      <dgm:spPr/>
      <dgm:t>
        <a:bodyPr/>
        <a:lstStyle/>
        <a:p>
          <a:r>
            <a:rPr lang="en-GB" dirty="0"/>
            <a:t>TIC</a:t>
          </a:r>
        </a:p>
      </dgm:t>
    </dgm:pt>
    <dgm:pt modelId="{B3C17C5F-E4B5-413E-A8F0-7CFD564AC38B}" type="parTrans" cxnId="{C3D0AA5C-24BA-402D-AEAB-47350B96F20B}">
      <dgm:prSet/>
      <dgm:spPr/>
      <dgm:t>
        <a:bodyPr/>
        <a:lstStyle/>
        <a:p>
          <a:endParaRPr lang="en-GB"/>
        </a:p>
      </dgm:t>
    </dgm:pt>
    <dgm:pt modelId="{818199AA-D4E1-4DA3-B522-5B599FEF71A7}" type="sibTrans" cxnId="{C3D0AA5C-24BA-402D-AEAB-47350B96F20B}">
      <dgm:prSet/>
      <dgm:spPr/>
      <dgm:t>
        <a:bodyPr/>
        <a:lstStyle/>
        <a:p>
          <a:endParaRPr lang="en-GB"/>
        </a:p>
      </dgm:t>
    </dgm:pt>
    <dgm:pt modelId="{00220117-EEDC-482D-A7F6-943E16651B84}">
      <dgm:prSet phldrT="[Text]" phldr="0"/>
      <dgm:spPr/>
      <dgm:t>
        <a:bodyPr/>
        <a:lstStyle/>
        <a:p>
          <a:r>
            <a:rPr lang="en-GB" dirty="0"/>
            <a:t>MICROSOFT OFFICE</a:t>
          </a:r>
        </a:p>
      </dgm:t>
    </dgm:pt>
    <dgm:pt modelId="{997DB81C-9369-4A14-9528-F473DCF67DF5}" type="parTrans" cxnId="{C49B26FF-9395-4127-B6A7-2745CF376200}">
      <dgm:prSet/>
      <dgm:spPr/>
      <dgm:t>
        <a:bodyPr/>
        <a:lstStyle/>
        <a:p>
          <a:endParaRPr lang="en-GB" dirty="0"/>
        </a:p>
      </dgm:t>
    </dgm:pt>
    <dgm:pt modelId="{8E12B685-12C1-4625-8B78-C9AEF8F294D5}" type="sibTrans" cxnId="{C49B26FF-9395-4127-B6A7-2745CF376200}">
      <dgm:prSet/>
      <dgm:spPr/>
      <dgm:t>
        <a:bodyPr/>
        <a:lstStyle/>
        <a:p>
          <a:endParaRPr lang="en-GB"/>
        </a:p>
      </dgm:t>
    </dgm:pt>
    <dgm:pt modelId="{F8EC6479-8ECB-4BE5-8C79-A7F5C2B3E98A}">
      <dgm:prSet phldrT="[Text]" phldr="0"/>
      <dgm:spPr/>
      <dgm:t>
        <a:bodyPr/>
        <a:lstStyle/>
        <a:p>
          <a:r>
            <a:rPr lang="en-GB" dirty="0"/>
            <a:t>LA TEX</a:t>
          </a:r>
        </a:p>
      </dgm:t>
    </dgm:pt>
    <dgm:pt modelId="{2139CB38-0188-4FFD-955C-27F45571B81C}" type="parTrans" cxnId="{4C3F6E11-83FD-4298-A062-A549667B7C7E}">
      <dgm:prSet/>
      <dgm:spPr/>
      <dgm:t>
        <a:bodyPr/>
        <a:lstStyle/>
        <a:p>
          <a:endParaRPr lang="en-GB"/>
        </a:p>
      </dgm:t>
    </dgm:pt>
    <dgm:pt modelId="{F2ADE57E-F870-494F-A0C0-301F11934CB7}" type="sibTrans" cxnId="{4C3F6E11-83FD-4298-A062-A549667B7C7E}">
      <dgm:prSet/>
      <dgm:spPr/>
      <dgm:t>
        <a:bodyPr/>
        <a:lstStyle/>
        <a:p>
          <a:endParaRPr lang="en-GB"/>
        </a:p>
      </dgm:t>
    </dgm:pt>
    <dgm:pt modelId="{CA7BDEFE-A344-4EF7-A67B-4B454D5B4F9D}">
      <dgm:prSet phldrT="[Text]" phldr="0"/>
      <dgm:spPr/>
      <dgm:t>
        <a:bodyPr/>
        <a:lstStyle/>
        <a:p>
          <a:r>
            <a:rPr lang="en-GB" dirty="0"/>
            <a:t>HTML &amp; CSS</a:t>
          </a:r>
        </a:p>
      </dgm:t>
    </dgm:pt>
    <dgm:pt modelId="{D9B48622-BC8B-4964-9525-1C648D718356}" type="parTrans" cxnId="{1EA27282-13AF-4D91-8BFD-4639AD4B455F}">
      <dgm:prSet/>
      <dgm:spPr/>
      <dgm:t>
        <a:bodyPr/>
        <a:lstStyle/>
        <a:p>
          <a:endParaRPr lang="en-GB"/>
        </a:p>
      </dgm:t>
    </dgm:pt>
    <dgm:pt modelId="{6924F316-8E12-466F-B5EC-74BB738DCB7F}" type="sibTrans" cxnId="{1EA27282-13AF-4D91-8BFD-4639AD4B455F}">
      <dgm:prSet/>
      <dgm:spPr/>
      <dgm:t>
        <a:bodyPr/>
        <a:lstStyle/>
        <a:p>
          <a:endParaRPr lang="en-GB"/>
        </a:p>
      </dgm:t>
    </dgm:pt>
    <dgm:pt modelId="{5D198268-3929-43D7-B9B2-7C75CDF758D9}">
      <dgm:prSet phldrT="[Text]" phldr="0"/>
      <dgm:spPr/>
      <dgm:t>
        <a:bodyPr/>
        <a:lstStyle/>
        <a:p>
          <a:r>
            <a:rPr lang="en-GB"/>
            <a:t>GIT Hub &amp; GIT</a:t>
          </a:r>
          <a:endParaRPr lang="en-GB" dirty="0"/>
        </a:p>
      </dgm:t>
    </dgm:pt>
    <dgm:pt modelId="{FA3AB41A-1DF1-4642-B76B-3EF4F257CD84}" type="parTrans" cxnId="{1D43AED3-EA75-43F8-AA8C-23822638261A}">
      <dgm:prSet/>
      <dgm:spPr/>
      <dgm:t>
        <a:bodyPr/>
        <a:lstStyle/>
        <a:p>
          <a:endParaRPr lang="en-GB"/>
        </a:p>
      </dgm:t>
    </dgm:pt>
    <dgm:pt modelId="{CE5DFDDD-6193-4F68-9289-936910FD5A5B}" type="sibTrans" cxnId="{1D43AED3-EA75-43F8-AA8C-23822638261A}">
      <dgm:prSet/>
      <dgm:spPr/>
      <dgm:t>
        <a:bodyPr/>
        <a:lstStyle/>
        <a:p>
          <a:endParaRPr lang="en-GB"/>
        </a:p>
      </dgm:t>
    </dgm:pt>
    <dgm:pt modelId="{A972D5A3-06B9-417D-A1B4-55FC5D60F3E9}" type="pres">
      <dgm:prSet presAssocID="{16D258E0-42ED-4076-B29A-A891EA565C8F}" presName="Name0" presStyleCnt="0">
        <dgm:presLayoutVars>
          <dgm:chMax val="1"/>
          <dgm:dir/>
          <dgm:animLvl val="ctr"/>
          <dgm:resizeHandles val="exact"/>
        </dgm:presLayoutVars>
      </dgm:prSet>
      <dgm:spPr/>
    </dgm:pt>
    <dgm:pt modelId="{3BE65E0D-97C7-46BA-8441-5E4C38ADE7BD}" type="pres">
      <dgm:prSet presAssocID="{42D7CE85-712F-46B0-BE2E-B4F9894950D6}" presName="centerShape" presStyleLbl="node0" presStyleIdx="0" presStyleCnt="1"/>
      <dgm:spPr/>
    </dgm:pt>
    <dgm:pt modelId="{0BCB8F77-BC23-4DB3-96E9-7FDA38ECD806}" type="pres">
      <dgm:prSet presAssocID="{997DB81C-9369-4A14-9528-F473DCF67DF5}" presName="parTrans" presStyleLbl="sibTrans2D1" presStyleIdx="0" presStyleCnt="4"/>
      <dgm:spPr/>
    </dgm:pt>
    <dgm:pt modelId="{079B6323-A833-4814-85F8-82B88AE2D7B8}" type="pres">
      <dgm:prSet presAssocID="{997DB81C-9369-4A14-9528-F473DCF67DF5}" presName="connectorText" presStyleLbl="sibTrans2D1" presStyleIdx="0" presStyleCnt="4"/>
      <dgm:spPr/>
    </dgm:pt>
    <dgm:pt modelId="{4306858E-7B3E-4592-ADE6-D456F83CA4A1}" type="pres">
      <dgm:prSet presAssocID="{00220117-EEDC-482D-A7F6-943E16651B84}" presName="node" presStyleLbl="node1" presStyleIdx="0" presStyleCnt="4">
        <dgm:presLayoutVars>
          <dgm:bulletEnabled val="1"/>
        </dgm:presLayoutVars>
      </dgm:prSet>
      <dgm:spPr/>
    </dgm:pt>
    <dgm:pt modelId="{4CBDB9B0-BDD8-4EBC-8A4F-4EE43AF9DE3A}" type="pres">
      <dgm:prSet presAssocID="{2139CB38-0188-4FFD-955C-27F45571B81C}" presName="parTrans" presStyleLbl="sibTrans2D1" presStyleIdx="1" presStyleCnt="4"/>
      <dgm:spPr/>
    </dgm:pt>
    <dgm:pt modelId="{F152A091-0447-4E5B-8153-910A5B3C03D0}" type="pres">
      <dgm:prSet presAssocID="{2139CB38-0188-4FFD-955C-27F45571B81C}" presName="connectorText" presStyleLbl="sibTrans2D1" presStyleIdx="1" presStyleCnt="4"/>
      <dgm:spPr/>
    </dgm:pt>
    <dgm:pt modelId="{0F245093-AD7F-4432-A2C8-91ED2E9C0C6F}" type="pres">
      <dgm:prSet presAssocID="{F8EC6479-8ECB-4BE5-8C79-A7F5C2B3E98A}" presName="node" presStyleLbl="node1" presStyleIdx="1" presStyleCnt="4">
        <dgm:presLayoutVars>
          <dgm:bulletEnabled val="1"/>
        </dgm:presLayoutVars>
      </dgm:prSet>
      <dgm:spPr/>
    </dgm:pt>
    <dgm:pt modelId="{F942AEA3-4ED3-4CF7-B44C-18DE7F494D99}" type="pres">
      <dgm:prSet presAssocID="{D9B48622-BC8B-4964-9525-1C648D718356}" presName="parTrans" presStyleLbl="sibTrans2D1" presStyleIdx="2" presStyleCnt="4"/>
      <dgm:spPr/>
    </dgm:pt>
    <dgm:pt modelId="{6C4E7F59-1077-4405-890A-8962851C5549}" type="pres">
      <dgm:prSet presAssocID="{D9B48622-BC8B-4964-9525-1C648D718356}" presName="connectorText" presStyleLbl="sibTrans2D1" presStyleIdx="2" presStyleCnt="4"/>
      <dgm:spPr/>
    </dgm:pt>
    <dgm:pt modelId="{8F570ECD-AC14-4789-83BC-4F8A84EC99E0}" type="pres">
      <dgm:prSet presAssocID="{CA7BDEFE-A344-4EF7-A67B-4B454D5B4F9D}" presName="node" presStyleLbl="node1" presStyleIdx="2" presStyleCnt="4">
        <dgm:presLayoutVars>
          <dgm:bulletEnabled val="1"/>
        </dgm:presLayoutVars>
      </dgm:prSet>
      <dgm:spPr/>
    </dgm:pt>
    <dgm:pt modelId="{58100473-003C-4959-A3A4-9283DB3C31E7}" type="pres">
      <dgm:prSet presAssocID="{FA3AB41A-1DF1-4642-B76B-3EF4F257CD84}" presName="parTrans" presStyleLbl="sibTrans2D1" presStyleIdx="3" presStyleCnt="4"/>
      <dgm:spPr/>
    </dgm:pt>
    <dgm:pt modelId="{66964A8C-7E04-425A-A6C1-4996D37E6AF1}" type="pres">
      <dgm:prSet presAssocID="{FA3AB41A-1DF1-4642-B76B-3EF4F257CD84}" presName="connectorText" presStyleLbl="sibTrans2D1" presStyleIdx="3" presStyleCnt="4"/>
      <dgm:spPr/>
    </dgm:pt>
    <dgm:pt modelId="{1B8EDBB6-491B-4B05-AB53-E8AA7D6FE61D}" type="pres">
      <dgm:prSet presAssocID="{5D198268-3929-43D7-B9B2-7C75CDF758D9}" presName="node" presStyleLbl="node1" presStyleIdx="3" presStyleCnt="4">
        <dgm:presLayoutVars>
          <dgm:bulletEnabled val="1"/>
        </dgm:presLayoutVars>
      </dgm:prSet>
      <dgm:spPr/>
    </dgm:pt>
  </dgm:ptLst>
  <dgm:cxnLst>
    <dgm:cxn modelId="{64DDB910-3896-455D-8AAD-FEDCA7BA7EB0}" type="presOf" srcId="{997DB81C-9369-4A14-9528-F473DCF67DF5}" destId="{079B6323-A833-4814-85F8-82B88AE2D7B8}" srcOrd="1" destOrd="0" presId="urn:microsoft.com/office/officeart/2005/8/layout/radial5"/>
    <dgm:cxn modelId="{4C3F6E11-83FD-4298-A062-A549667B7C7E}" srcId="{42D7CE85-712F-46B0-BE2E-B4F9894950D6}" destId="{F8EC6479-8ECB-4BE5-8C79-A7F5C2B3E98A}" srcOrd="1" destOrd="0" parTransId="{2139CB38-0188-4FFD-955C-27F45571B81C}" sibTransId="{F2ADE57E-F870-494F-A0C0-301F11934CB7}"/>
    <dgm:cxn modelId="{125CC73F-7177-4F2C-AA9E-E27A7EDA4368}" type="presOf" srcId="{D9B48622-BC8B-4964-9525-1C648D718356}" destId="{6C4E7F59-1077-4405-890A-8962851C5549}" srcOrd="1" destOrd="0" presId="urn:microsoft.com/office/officeart/2005/8/layout/radial5"/>
    <dgm:cxn modelId="{C3D0AA5C-24BA-402D-AEAB-47350B96F20B}" srcId="{16D258E0-42ED-4076-B29A-A891EA565C8F}" destId="{42D7CE85-712F-46B0-BE2E-B4F9894950D6}" srcOrd="0" destOrd="0" parTransId="{B3C17C5F-E4B5-413E-A8F0-7CFD564AC38B}" sibTransId="{818199AA-D4E1-4DA3-B522-5B599FEF71A7}"/>
    <dgm:cxn modelId="{95A1F644-26E7-42A6-8DC5-80326C639A42}" type="presOf" srcId="{997DB81C-9369-4A14-9528-F473DCF67DF5}" destId="{0BCB8F77-BC23-4DB3-96E9-7FDA38ECD806}" srcOrd="0" destOrd="0" presId="urn:microsoft.com/office/officeart/2005/8/layout/radial5"/>
    <dgm:cxn modelId="{3B04156B-937F-451F-9E10-E43FB1E87080}" type="presOf" srcId="{2139CB38-0188-4FFD-955C-27F45571B81C}" destId="{4CBDB9B0-BDD8-4EBC-8A4F-4EE43AF9DE3A}" srcOrd="0" destOrd="0" presId="urn:microsoft.com/office/officeart/2005/8/layout/radial5"/>
    <dgm:cxn modelId="{70D2F76D-6918-4755-9222-5A7FE8A70C34}" type="presOf" srcId="{5D198268-3929-43D7-B9B2-7C75CDF758D9}" destId="{1B8EDBB6-491B-4B05-AB53-E8AA7D6FE61D}" srcOrd="0" destOrd="0" presId="urn:microsoft.com/office/officeart/2005/8/layout/radial5"/>
    <dgm:cxn modelId="{C27EA86F-8AED-449C-8EC7-7675615BE5BA}" type="presOf" srcId="{FA3AB41A-1DF1-4642-B76B-3EF4F257CD84}" destId="{66964A8C-7E04-425A-A6C1-4996D37E6AF1}" srcOrd="1" destOrd="0" presId="urn:microsoft.com/office/officeart/2005/8/layout/radial5"/>
    <dgm:cxn modelId="{06D75955-F9D6-4C1E-9990-5CEA2C946EC7}" type="presOf" srcId="{D9B48622-BC8B-4964-9525-1C648D718356}" destId="{F942AEA3-4ED3-4CF7-B44C-18DE7F494D99}" srcOrd="0" destOrd="0" presId="urn:microsoft.com/office/officeart/2005/8/layout/radial5"/>
    <dgm:cxn modelId="{BBC68C7B-E8B6-4732-8578-8569D755D6C8}" type="presOf" srcId="{FA3AB41A-1DF1-4642-B76B-3EF4F257CD84}" destId="{58100473-003C-4959-A3A4-9283DB3C31E7}" srcOrd="0" destOrd="0" presId="urn:microsoft.com/office/officeart/2005/8/layout/radial5"/>
    <dgm:cxn modelId="{1EA27282-13AF-4D91-8BFD-4639AD4B455F}" srcId="{42D7CE85-712F-46B0-BE2E-B4F9894950D6}" destId="{CA7BDEFE-A344-4EF7-A67B-4B454D5B4F9D}" srcOrd="2" destOrd="0" parTransId="{D9B48622-BC8B-4964-9525-1C648D718356}" sibTransId="{6924F316-8E12-466F-B5EC-74BB738DCB7F}"/>
    <dgm:cxn modelId="{D587AD9B-94E8-4F17-A08A-FE5C2507A89A}" type="presOf" srcId="{CA7BDEFE-A344-4EF7-A67B-4B454D5B4F9D}" destId="{8F570ECD-AC14-4789-83BC-4F8A84EC99E0}" srcOrd="0" destOrd="0" presId="urn:microsoft.com/office/officeart/2005/8/layout/radial5"/>
    <dgm:cxn modelId="{12255A9C-4F98-4E9B-AF2D-6805710CFF79}" type="presOf" srcId="{00220117-EEDC-482D-A7F6-943E16651B84}" destId="{4306858E-7B3E-4592-ADE6-D456F83CA4A1}" srcOrd="0" destOrd="0" presId="urn:microsoft.com/office/officeart/2005/8/layout/radial5"/>
    <dgm:cxn modelId="{19166BA8-4E79-4DDC-A172-470B64AB83B5}" type="presOf" srcId="{F8EC6479-8ECB-4BE5-8C79-A7F5C2B3E98A}" destId="{0F245093-AD7F-4432-A2C8-91ED2E9C0C6F}" srcOrd="0" destOrd="0" presId="urn:microsoft.com/office/officeart/2005/8/layout/radial5"/>
    <dgm:cxn modelId="{12EC2FD1-664C-4FA8-8F9E-0CA792FC5346}" type="presOf" srcId="{16D258E0-42ED-4076-B29A-A891EA565C8F}" destId="{A972D5A3-06B9-417D-A1B4-55FC5D60F3E9}" srcOrd="0" destOrd="0" presId="urn:microsoft.com/office/officeart/2005/8/layout/radial5"/>
    <dgm:cxn modelId="{1D43AED3-EA75-43F8-AA8C-23822638261A}" srcId="{42D7CE85-712F-46B0-BE2E-B4F9894950D6}" destId="{5D198268-3929-43D7-B9B2-7C75CDF758D9}" srcOrd="3" destOrd="0" parTransId="{FA3AB41A-1DF1-4642-B76B-3EF4F257CD84}" sibTransId="{CE5DFDDD-6193-4F68-9289-936910FD5A5B}"/>
    <dgm:cxn modelId="{0D787AD9-BB7E-4B03-A44E-DE6CBEAD6643}" type="presOf" srcId="{2139CB38-0188-4FFD-955C-27F45571B81C}" destId="{F152A091-0447-4E5B-8153-910A5B3C03D0}" srcOrd="1" destOrd="0" presId="urn:microsoft.com/office/officeart/2005/8/layout/radial5"/>
    <dgm:cxn modelId="{729C3DFB-EDC7-4023-86BC-45CE2EC1EB14}" type="presOf" srcId="{42D7CE85-712F-46B0-BE2E-B4F9894950D6}" destId="{3BE65E0D-97C7-46BA-8441-5E4C38ADE7BD}" srcOrd="0" destOrd="0" presId="urn:microsoft.com/office/officeart/2005/8/layout/radial5"/>
    <dgm:cxn modelId="{C49B26FF-9395-4127-B6A7-2745CF376200}" srcId="{42D7CE85-712F-46B0-BE2E-B4F9894950D6}" destId="{00220117-EEDC-482D-A7F6-943E16651B84}" srcOrd="0" destOrd="0" parTransId="{997DB81C-9369-4A14-9528-F473DCF67DF5}" sibTransId="{8E12B685-12C1-4625-8B78-C9AEF8F294D5}"/>
    <dgm:cxn modelId="{550F727F-BA4C-4FEA-B03A-DE045A688402}" type="presParOf" srcId="{A972D5A3-06B9-417D-A1B4-55FC5D60F3E9}" destId="{3BE65E0D-97C7-46BA-8441-5E4C38ADE7BD}" srcOrd="0" destOrd="0" presId="urn:microsoft.com/office/officeart/2005/8/layout/radial5"/>
    <dgm:cxn modelId="{91A50808-7DC2-43EE-B719-B076A2EBFEBF}" type="presParOf" srcId="{A972D5A3-06B9-417D-A1B4-55FC5D60F3E9}" destId="{0BCB8F77-BC23-4DB3-96E9-7FDA38ECD806}" srcOrd="1" destOrd="0" presId="urn:microsoft.com/office/officeart/2005/8/layout/radial5"/>
    <dgm:cxn modelId="{DB80A9B8-6BBF-4A98-B33C-B41D64374F15}" type="presParOf" srcId="{0BCB8F77-BC23-4DB3-96E9-7FDA38ECD806}" destId="{079B6323-A833-4814-85F8-82B88AE2D7B8}" srcOrd="0" destOrd="0" presId="urn:microsoft.com/office/officeart/2005/8/layout/radial5"/>
    <dgm:cxn modelId="{2EC54FAD-613A-4B1C-A835-C6E937B08D6A}" type="presParOf" srcId="{A972D5A3-06B9-417D-A1B4-55FC5D60F3E9}" destId="{4306858E-7B3E-4592-ADE6-D456F83CA4A1}" srcOrd="2" destOrd="0" presId="urn:microsoft.com/office/officeart/2005/8/layout/radial5"/>
    <dgm:cxn modelId="{2BBBFE80-8D37-459E-BF64-330CCAD75199}" type="presParOf" srcId="{A972D5A3-06B9-417D-A1B4-55FC5D60F3E9}" destId="{4CBDB9B0-BDD8-4EBC-8A4F-4EE43AF9DE3A}" srcOrd="3" destOrd="0" presId="urn:microsoft.com/office/officeart/2005/8/layout/radial5"/>
    <dgm:cxn modelId="{9ADA5EA4-4264-4D7D-BF84-6C4F566C2407}" type="presParOf" srcId="{4CBDB9B0-BDD8-4EBC-8A4F-4EE43AF9DE3A}" destId="{F152A091-0447-4E5B-8153-910A5B3C03D0}" srcOrd="0" destOrd="0" presId="urn:microsoft.com/office/officeart/2005/8/layout/radial5"/>
    <dgm:cxn modelId="{83DD2B0A-C291-4484-BECA-EBDFAB47C2D4}" type="presParOf" srcId="{A972D5A3-06B9-417D-A1B4-55FC5D60F3E9}" destId="{0F245093-AD7F-4432-A2C8-91ED2E9C0C6F}" srcOrd="4" destOrd="0" presId="urn:microsoft.com/office/officeart/2005/8/layout/radial5"/>
    <dgm:cxn modelId="{D2D55D38-D002-4DB7-9102-5F37444D8736}" type="presParOf" srcId="{A972D5A3-06B9-417D-A1B4-55FC5D60F3E9}" destId="{F942AEA3-4ED3-4CF7-B44C-18DE7F494D99}" srcOrd="5" destOrd="0" presId="urn:microsoft.com/office/officeart/2005/8/layout/radial5"/>
    <dgm:cxn modelId="{EC7646E3-34AF-4570-9ED2-E75A15F6ED28}" type="presParOf" srcId="{F942AEA3-4ED3-4CF7-B44C-18DE7F494D99}" destId="{6C4E7F59-1077-4405-890A-8962851C5549}" srcOrd="0" destOrd="0" presId="urn:microsoft.com/office/officeart/2005/8/layout/radial5"/>
    <dgm:cxn modelId="{22DA59E0-0122-414C-826A-8947005721AD}" type="presParOf" srcId="{A972D5A3-06B9-417D-A1B4-55FC5D60F3E9}" destId="{8F570ECD-AC14-4789-83BC-4F8A84EC99E0}" srcOrd="6" destOrd="0" presId="urn:microsoft.com/office/officeart/2005/8/layout/radial5"/>
    <dgm:cxn modelId="{7E997DA1-CE81-4251-BE59-19BD653F77B6}" type="presParOf" srcId="{A972D5A3-06B9-417D-A1B4-55FC5D60F3E9}" destId="{58100473-003C-4959-A3A4-9283DB3C31E7}" srcOrd="7" destOrd="0" presId="urn:microsoft.com/office/officeart/2005/8/layout/radial5"/>
    <dgm:cxn modelId="{31366FAF-EE0D-47CF-BCF9-BFC631EFC9F6}" type="presParOf" srcId="{58100473-003C-4959-A3A4-9283DB3C31E7}" destId="{66964A8C-7E04-425A-A6C1-4996D37E6AF1}" srcOrd="0" destOrd="0" presId="urn:microsoft.com/office/officeart/2005/8/layout/radial5"/>
    <dgm:cxn modelId="{667398F0-CB6E-43D8-8990-8194607226F6}" type="presParOf" srcId="{A972D5A3-06B9-417D-A1B4-55FC5D60F3E9}" destId="{1B8EDBB6-491B-4B05-AB53-E8AA7D6FE61D}"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BB6E9-F55C-41BA-A8EF-253B5DB567D0}">
      <dsp:nvSpPr>
        <dsp:cNvPr id="0" name=""/>
        <dsp:cNvSpPr/>
      </dsp:nvSpPr>
      <dsp:spPr>
        <a:xfrm>
          <a:off x="560788" y="1996845"/>
          <a:ext cx="1424975" cy="1424975"/>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solidFill>
                <a:srgbClr val="C00000"/>
              </a:solidFill>
            </a:rPr>
            <a:t>Introduction To TCI </a:t>
          </a:r>
        </a:p>
      </dsp:txBody>
      <dsp:txXfrm>
        <a:off x="769471" y="2205528"/>
        <a:ext cx="1007609" cy="1007609"/>
      </dsp:txXfrm>
    </dsp:sp>
    <dsp:sp modelId="{092A1690-3578-4100-BE76-D2D754B7667C}">
      <dsp:nvSpPr>
        <dsp:cNvPr id="0" name=""/>
        <dsp:cNvSpPr/>
      </dsp:nvSpPr>
      <dsp:spPr>
        <a:xfrm rot="16200000">
          <a:off x="1122677" y="1478975"/>
          <a:ext cx="301197" cy="48449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1167857" y="1621053"/>
        <a:ext cx="210838" cy="290695"/>
      </dsp:txXfrm>
    </dsp:sp>
    <dsp:sp modelId="{FB340F67-2B34-4E82-83ED-33961C900319}">
      <dsp:nvSpPr>
        <dsp:cNvPr id="0" name=""/>
        <dsp:cNvSpPr/>
      </dsp:nvSpPr>
      <dsp:spPr>
        <a:xfrm>
          <a:off x="560788" y="3572"/>
          <a:ext cx="1424975" cy="1424975"/>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Definition</a:t>
          </a:r>
        </a:p>
      </dsp:txBody>
      <dsp:txXfrm>
        <a:off x="769471" y="212255"/>
        <a:ext cx="1007609" cy="1007609"/>
      </dsp:txXfrm>
    </dsp:sp>
    <dsp:sp modelId="{55B36E78-F9A6-43D1-B723-1E83AACCE0AA}">
      <dsp:nvSpPr>
        <dsp:cNvPr id="0" name=""/>
        <dsp:cNvSpPr/>
      </dsp:nvSpPr>
      <dsp:spPr>
        <a:xfrm rot="5400000">
          <a:off x="1122677" y="3455199"/>
          <a:ext cx="301197" cy="48449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1167857" y="3506918"/>
        <a:ext cx="210838" cy="290695"/>
      </dsp:txXfrm>
    </dsp:sp>
    <dsp:sp modelId="{4817783E-3342-456A-B4F1-734462D0D6DB}">
      <dsp:nvSpPr>
        <dsp:cNvPr id="0" name=""/>
        <dsp:cNvSpPr/>
      </dsp:nvSpPr>
      <dsp:spPr>
        <a:xfrm>
          <a:off x="560788" y="3990119"/>
          <a:ext cx="1424975" cy="1424975"/>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0" i="0" u="none" kern="1200" dirty="0"/>
            <a:t>Report Objectives and Structure</a:t>
          </a:r>
          <a:endParaRPr lang="en-GB" sz="1600" kern="1200" dirty="0"/>
        </a:p>
      </dsp:txBody>
      <dsp:txXfrm>
        <a:off x="769471" y="4198802"/>
        <a:ext cx="1007609" cy="10076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65E0D-97C7-46BA-8441-5E4C38ADE7BD}">
      <dsp:nvSpPr>
        <dsp:cNvPr id="0" name=""/>
        <dsp:cNvSpPr/>
      </dsp:nvSpPr>
      <dsp:spPr>
        <a:xfrm>
          <a:off x="3418085" y="1811194"/>
          <a:ext cx="1291828" cy="1291828"/>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GB" sz="4900" kern="1200" dirty="0"/>
            <a:t>TIC</a:t>
          </a:r>
        </a:p>
      </dsp:txBody>
      <dsp:txXfrm>
        <a:off x="3607269" y="2000378"/>
        <a:ext cx="913460" cy="913460"/>
      </dsp:txXfrm>
    </dsp:sp>
    <dsp:sp modelId="{0BCB8F77-BC23-4DB3-96E9-7FDA38ECD806}">
      <dsp:nvSpPr>
        <dsp:cNvPr id="0" name=""/>
        <dsp:cNvSpPr/>
      </dsp:nvSpPr>
      <dsp:spPr>
        <a:xfrm rot="16200000">
          <a:off x="3927080" y="1340995"/>
          <a:ext cx="273838" cy="43922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dirty="0"/>
        </a:p>
      </dsp:txBody>
      <dsp:txXfrm>
        <a:off x="3968156" y="1469915"/>
        <a:ext cx="191687" cy="263533"/>
      </dsp:txXfrm>
    </dsp:sp>
    <dsp:sp modelId="{4306858E-7B3E-4592-ADE6-D456F83CA4A1}">
      <dsp:nvSpPr>
        <dsp:cNvPr id="0" name=""/>
        <dsp:cNvSpPr/>
      </dsp:nvSpPr>
      <dsp:spPr>
        <a:xfrm>
          <a:off x="3418085" y="2689"/>
          <a:ext cx="1291828" cy="1291828"/>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MICROSOFT OFFICE</a:t>
          </a:r>
        </a:p>
      </dsp:txBody>
      <dsp:txXfrm>
        <a:off x="3607269" y="191873"/>
        <a:ext cx="913460" cy="913460"/>
      </dsp:txXfrm>
    </dsp:sp>
    <dsp:sp modelId="{4CBDB9B0-BDD8-4EBC-8A4F-4EE43AF9DE3A}">
      <dsp:nvSpPr>
        <dsp:cNvPr id="0" name=""/>
        <dsp:cNvSpPr/>
      </dsp:nvSpPr>
      <dsp:spPr>
        <a:xfrm>
          <a:off x="4823582" y="2237497"/>
          <a:ext cx="273838" cy="43922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4823582" y="2325341"/>
        <a:ext cx="191687" cy="263533"/>
      </dsp:txXfrm>
    </dsp:sp>
    <dsp:sp modelId="{0F245093-AD7F-4432-A2C8-91ED2E9C0C6F}">
      <dsp:nvSpPr>
        <dsp:cNvPr id="0" name=""/>
        <dsp:cNvSpPr/>
      </dsp:nvSpPr>
      <dsp:spPr>
        <a:xfrm>
          <a:off x="5226590" y="1811194"/>
          <a:ext cx="1291828" cy="1291828"/>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LA TEX</a:t>
          </a:r>
        </a:p>
      </dsp:txBody>
      <dsp:txXfrm>
        <a:off x="5415774" y="2000378"/>
        <a:ext cx="913460" cy="913460"/>
      </dsp:txXfrm>
    </dsp:sp>
    <dsp:sp modelId="{F942AEA3-4ED3-4CF7-B44C-18DE7F494D99}">
      <dsp:nvSpPr>
        <dsp:cNvPr id="0" name=""/>
        <dsp:cNvSpPr/>
      </dsp:nvSpPr>
      <dsp:spPr>
        <a:xfrm rot="5400000">
          <a:off x="3927080" y="3133999"/>
          <a:ext cx="273838" cy="43922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3968156" y="3180768"/>
        <a:ext cx="191687" cy="263533"/>
      </dsp:txXfrm>
    </dsp:sp>
    <dsp:sp modelId="{8F570ECD-AC14-4789-83BC-4F8A84EC99E0}">
      <dsp:nvSpPr>
        <dsp:cNvPr id="0" name=""/>
        <dsp:cNvSpPr/>
      </dsp:nvSpPr>
      <dsp:spPr>
        <a:xfrm>
          <a:off x="3418085" y="3619699"/>
          <a:ext cx="1291828" cy="1291828"/>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dirty="0"/>
            <a:t>HTML &amp; CSS</a:t>
          </a:r>
        </a:p>
      </dsp:txBody>
      <dsp:txXfrm>
        <a:off x="3607269" y="3808883"/>
        <a:ext cx="913460" cy="913460"/>
      </dsp:txXfrm>
    </dsp:sp>
    <dsp:sp modelId="{58100473-003C-4959-A3A4-9283DB3C31E7}">
      <dsp:nvSpPr>
        <dsp:cNvPr id="0" name=""/>
        <dsp:cNvSpPr/>
      </dsp:nvSpPr>
      <dsp:spPr>
        <a:xfrm rot="10800000">
          <a:off x="3030578" y="2237497"/>
          <a:ext cx="273838" cy="439221"/>
        </a:xfrm>
        <a:prstGeom prst="rightArrow">
          <a:avLst>
            <a:gd name="adj1" fmla="val 60000"/>
            <a:gd name="adj2" fmla="val 50000"/>
          </a:avLst>
        </a:prstGeom>
        <a:gradFill rotWithShape="0">
          <a:gsLst>
            <a:gs pos="0">
              <a:schemeClr val="accent1">
                <a:tint val="60000"/>
                <a:hueOff val="0"/>
                <a:satOff val="0"/>
                <a:lumOff val="0"/>
                <a:alphaOff val="0"/>
                <a:tint val="58000"/>
                <a:satMod val="108000"/>
                <a:lumMod val="110000"/>
              </a:schemeClr>
            </a:gs>
            <a:gs pos="100000">
              <a:schemeClr val="accent1">
                <a:tint val="60000"/>
                <a:hueOff val="0"/>
                <a:satOff val="0"/>
                <a:lumOff val="0"/>
                <a:alphaOff val="0"/>
                <a:tint val="81000"/>
                <a:satMod val="109000"/>
                <a:lumMod val="105000"/>
              </a:schemeClr>
            </a:gs>
          </a:gsLst>
          <a:lin ang="504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10800000">
        <a:off x="3112729" y="2325341"/>
        <a:ext cx="191687" cy="263533"/>
      </dsp:txXfrm>
    </dsp:sp>
    <dsp:sp modelId="{1B8EDBB6-491B-4B05-AB53-E8AA7D6FE61D}">
      <dsp:nvSpPr>
        <dsp:cNvPr id="0" name=""/>
        <dsp:cNvSpPr/>
      </dsp:nvSpPr>
      <dsp:spPr>
        <a:xfrm>
          <a:off x="1609581" y="1811194"/>
          <a:ext cx="1291828" cy="1291828"/>
        </a:xfrm>
        <a:prstGeom prst="ellipse">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kern="1200"/>
            <a:t>GIT Hub &amp; GIT</a:t>
          </a:r>
          <a:endParaRPr lang="en-GB" sz="1300" kern="1200" dirty="0"/>
        </a:p>
      </dsp:txBody>
      <dsp:txXfrm>
        <a:off x="1798765" y="2000378"/>
        <a:ext cx="913460" cy="91346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E0499-041F-4BE4-B4A8-DB3DBD178E6A}" type="datetimeFigureOut">
              <a:rPr lang="en-GB" smtClean="0"/>
              <a:t>26/12/2025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5ABFFD-8F1B-4D73-9028-47ADD64353A4}" type="slidenum">
              <a:rPr lang="en-GB" smtClean="0"/>
              <a:t>‹#›</a:t>
            </a:fld>
            <a:endParaRPr lang="en-GB"/>
          </a:p>
        </p:txBody>
      </p:sp>
    </p:spTree>
    <p:extLst>
      <p:ext uri="{BB962C8B-B14F-4D97-AF65-F5344CB8AC3E}">
        <p14:creationId xmlns:p14="http://schemas.microsoft.com/office/powerpoint/2010/main" val="103865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35ABFFD-8F1B-4D73-9028-47ADD64353A4}" type="slidenum">
              <a:rPr lang="en-GB" smtClean="0"/>
              <a:t>1</a:t>
            </a:fld>
            <a:endParaRPr lang="en-GB"/>
          </a:p>
        </p:txBody>
      </p:sp>
    </p:spTree>
    <p:extLst>
      <p:ext uri="{BB962C8B-B14F-4D97-AF65-F5344CB8AC3E}">
        <p14:creationId xmlns:p14="http://schemas.microsoft.com/office/powerpoint/2010/main" val="12014332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E36A7A4-FA81-46DD-A887-D27680E39237}" type="datetimeFigureOut">
              <a:rPr lang="en-GB" smtClean="0"/>
              <a:t>26/12/2025</a:t>
            </a:fld>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108999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6A7A4-FA81-46DD-A887-D27680E39237}" type="datetimeFigureOut">
              <a:rPr lang="en-GB" smtClean="0"/>
              <a:t>26/12/2025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127936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6A7A4-FA81-46DD-A887-D27680E39237}" type="datetimeFigureOut">
              <a:rPr lang="en-GB" smtClean="0"/>
              <a:t>26/12/2025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912801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670546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6A7A4-FA81-46DD-A887-D27680E39237}" type="datetimeFigureOut">
              <a:rPr lang="en-GB" smtClean="0"/>
              <a:t>26/12/2025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696786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6A7A4-FA81-46DD-A887-D27680E39237}" type="datetimeFigureOut">
              <a:rPr lang="en-GB" smtClean="0"/>
              <a:t>26/12/2025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419469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36A7A4-FA81-46DD-A887-D27680E39237}" type="datetimeFigureOut">
              <a:rPr lang="en-GB" smtClean="0"/>
              <a:t>26/12/2025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1357970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33549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468613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1178323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849852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729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36A7A4-FA81-46DD-A887-D27680E39237}" type="datetimeFigureOut">
              <a:rPr lang="en-GB" smtClean="0"/>
              <a:t>26/12/2025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462369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36A7A4-FA81-46DD-A887-D27680E39237}" type="datetimeFigureOut">
              <a:rPr lang="en-GB" smtClean="0"/>
              <a:t>26/12/2025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9683834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36A7A4-FA81-46DD-A887-D27680E39237}" type="datetimeFigureOut">
              <a:rPr lang="en-GB" smtClean="0"/>
              <a:t>26/12/2025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764696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6A7A4-FA81-46DD-A887-D27680E39237}" type="datetimeFigureOut">
              <a:rPr lang="en-GB" smtClean="0"/>
              <a:t>26/12/2025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2172798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6A7A4-FA81-46DD-A887-D27680E39237}" type="datetimeFigureOut">
              <a:rPr lang="en-GB" smtClean="0"/>
              <a:t>26/12/2025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DA3C2A5-F974-4399-93CC-93779EE87D2E}" type="slidenum">
              <a:rPr lang="en-GB" smtClean="0"/>
              <a:t>‹#›</a:t>
            </a:fld>
            <a:endParaRPr lang="en-GB"/>
          </a:p>
        </p:txBody>
      </p:sp>
    </p:spTree>
    <p:extLst>
      <p:ext uri="{BB962C8B-B14F-4D97-AF65-F5344CB8AC3E}">
        <p14:creationId xmlns:p14="http://schemas.microsoft.com/office/powerpoint/2010/main" val="69162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E36A7A4-FA81-46DD-A887-D27680E39237}" type="datetimeFigureOut">
              <a:rPr lang="en-GB" smtClean="0"/>
              <a:t>26/12/2025</a:t>
            </a:fld>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DA3C2A5-F974-4399-93CC-93779EE87D2E}" type="slidenum">
              <a:rPr lang="en-GB" smtClean="0"/>
              <a:t>‹#›</a:t>
            </a:fld>
            <a:endParaRPr lang="en-GB"/>
          </a:p>
        </p:txBody>
      </p:sp>
    </p:spTree>
    <p:extLst>
      <p:ext uri="{BB962C8B-B14F-4D97-AF65-F5344CB8AC3E}">
        <p14:creationId xmlns:p14="http://schemas.microsoft.com/office/powerpoint/2010/main" val="349886394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D88B31E-1046-F1B7-8BE1-C2B2B68A103E}"/>
              </a:ext>
            </a:extLst>
          </p:cNvPr>
          <p:cNvSpPr>
            <a:spLocks noGrp="1"/>
          </p:cNvSpPr>
          <p:nvPr>
            <p:ph type="title"/>
          </p:nvPr>
        </p:nvSpPr>
        <p:spPr>
          <a:xfrm>
            <a:off x="3215148" y="770916"/>
            <a:ext cx="5191433" cy="1478570"/>
          </a:xfrm>
        </p:spPr>
        <p:txBody>
          <a:bodyPr>
            <a:normAutofit fontScale="90000"/>
          </a:bodyPr>
          <a:lstStyle/>
          <a:p>
            <a:pPr algn="ctr"/>
            <a:r>
              <a:rPr lang="en-GB" sz="6600" u="sng" dirty="0">
                <a:solidFill>
                  <a:schemeClr val="bg1">
                    <a:lumMod val="95000"/>
                    <a:lumOff val="5000"/>
                  </a:schemeClr>
                </a:solidFill>
              </a:rPr>
              <a:t>Final </a:t>
            </a:r>
            <a:r>
              <a:rPr lang="en-GB" sz="6600" u="sng" dirty="0" err="1">
                <a:solidFill>
                  <a:schemeClr val="bg1">
                    <a:lumMod val="95000"/>
                    <a:lumOff val="5000"/>
                  </a:schemeClr>
                </a:solidFill>
              </a:rPr>
              <a:t>projet</a:t>
            </a:r>
            <a:r>
              <a:rPr lang="en-GB" sz="6600" u="sng" dirty="0">
                <a:solidFill>
                  <a:schemeClr val="bg1">
                    <a:lumMod val="95000"/>
                    <a:lumOff val="5000"/>
                  </a:schemeClr>
                </a:solidFill>
              </a:rPr>
              <a:t> TCI</a:t>
            </a:r>
          </a:p>
        </p:txBody>
      </p:sp>
      <p:sp>
        <p:nvSpPr>
          <p:cNvPr id="9" name="Subtitle 8">
            <a:extLst>
              <a:ext uri="{FF2B5EF4-FFF2-40B4-BE49-F238E27FC236}">
                <a16:creationId xmlns:a16="http://schemas.microsoft.com/office/drawing/2014/main" id="{721DBA00-3CFC-26F6-0A5D-B977B90E9676}"/>
              </a:ext>
            </a:extLst>
          </p:cNvPr>
          <p:cNvSpPr>
            <a:spLocks noGrp="1"/>
          </p:cNvSpPr>
          <p:nvPr>
            <p:ph sz="half" idx="1"/>
          </p:nvPr>
        </p:nvSpPr>
        <p:spPr>
          <a:xfrm>
            <a:off x="1607574" y="2249486"/>
            <a:ext cx="4412225" cy="3541714"/>
          </a:xfrm>
        </p:spPr>
        <p:txBody>
          <a:bodyPr/>
          <a:lstStyle/>
          <a:p>
            <a:pPr marL="0" indent="0">
              <a:buNone/>
            </a:pPr>
            <a:r>
              <a:rPr lang="en-GB" dirty="0">
                <a:solidFill>
                  <a:srgbClr val="00B0F0"/>
                </a:solidFill>
              </a:rPr>
              <a:t> Designer </a:t>
            </a:r>
            <a:r>
              <a:rPr lang="en-GB" dirty="0"/>
              <a:t>: Chebchoub Mohamed</a:t>
            </a:r>
          </a:p>
          <a:p>
            <a:pPr marL="0" indent="0">
              <a:buNone/>
            </a:pPr>
            <a:r>
              <a:rPr lang="en-GB" dirty="0">
                <a:solidFill>
                  <a:srgbClr val="00B0F0"/>
                </a:solidFill>
              </a:rPr>
              <a:t> Prof </a:t>
            </a:r>
            <a:r>
              <a:rPr lang="en-GB" dirty="0"/>
              <a:t>: Dr </a:t>
            </a:r>
            <a:r>
              <a:rPr lang="en-GB" dirty="0" err="1"/>
              <a:t>Bouchekir</a:t>
            </a:r>
            <a:r>
              <a:rPr lang="en-GB" dirty="0"/>
              <a:t> Redouane</a:t>
            </a:r>
          </a:p>
          <a:p>
            <a:pPr marL="0" indent="0">
              <a:buNone/>
            </a:pPr>
            <a:r>
              <a:rPr lang="en-GB" dirty="0">
                <a:solidFill>
                  <a:srgbClr val="00B0F0"/>
                </a:solidFill>
              </a:rPr>
              <a:t> Group ID </a:t>
            </a:r>
            <a:r>
              <a:rPr lang="en-GB" dirty="0"/>
              <a:t>: 8</a:t>
            </a:r>
          </a:p>
          <a:p>
            <a:pPr marL="0" indent="0">
              <a:buNone/>
            </a:pPr>
            <a:r>
              <a:rPr lang="en-GB" dirty="0"/>
              <a:t> </a:t>
            </a:r>
            <a:r>
              <a:rPr lang="en-GB" dirty="0">
                <a:solidFill>
                  <a:srgbClr val="00B0F0"/>
                </a:solidFill>
              </a:rPr>
              <a:t>University</a:t>
            </a:r>
            <a:r>
              <a:rPr lang="en-GB" dirty="0"/>
              <a:t> : USTHB</a:t>
            </a:r>
          </a:p>
          <a:p>
            <a:pPr marL="0" indent="0">
              <a:buNone/>
            </a:pPr>
            <a:r>
              <a:rPr lang="en-GB" dirty="0"/>
              <a:t> </a:t>
            </a:r>
          </a:p>
        </p:txBody>
      </p:sp>
      <p:sp>
        <p:nvSpPr>
          <p:cNvPr id="10" name="Content Placeholder 9">
            <a:extLst>
              <a:ext uri="{FF2B5EF4-FFF2-40B4-BE49-F238E27FC236}">
                <a16:creationId xmlns:a16="http://schemas.microsoft.com/office/drawing/2014/main" id="{D7162144-C8CB-F943-5993-2B699AEB3B52}"/>
              </a:ext>
            </a:extLst>
          </p:cNvPr>
          <p:cNvSpPr>
            <a:spLocks noGrp="1"/>
          </p:cNvSpPr>
          <p:nvPr>
            <p:ph sz="half" idx="2"/>
          </p:nvPr>
        </p:nvSpPr>
        <p:spPr>
          <a:xfrm>
            <a:off x="6172201" y="2249486"/>
            <a:ext cx="3340510" cy="3541714"/>
          </a:xfrm>
        </p:spPr>
        <p:txBody>
          <a:bodyPr/>
          <a:lstStyle/>
          <a:p>
            <a:pPr marL="0" indent="0">
              <a:buNone/>
            </a:pPr>
            <a:r>
              <a:rPr lang="en-GB" dirty="0">
                <a:solidFill>
                  <a:srgbClr val="00B0F0"/>
                </a:solidFill>
              </a:rPr>
              <a:t>Groupe Members </a:t>
            </a:r>
            <a:r>
              <a:rPr lang="en-GB" dirty="0"/>
              <a:t>:</a:t>
            </a:r>
          </a:p>
          <a:p>
            <a:r>
              <a:rPr lang="en-GB" dirty="0"/>
              <a:t>  Chebchoub Mohamed</a:t>
            </a:r>
          </a:p>
          <a:p>
            <a:r>
              <a:rPr lang="en-GB" dirty="0"/>
              <a:t>  Amara Taki Eddine</a:t>
            </a:r>
          </a:p>
          <a:p>
            <a:r>
              <a:rPr lang="en-GB" dirty="0"/>
              <a:t>  Arabi </a:t>
            </a:r>
            <a:r>
              <a:rPr lang="en-GB" dirty="0" err="1"/>
              <a:t>yasser</a:t>
            </a:r>
            <a:endParaRPr lang="en-GB" dirty="0"/>
          </a:p>
          <a:p>
            <a:r>
              <a:rPr lang="en-GB" dirty="0"/>
              <a:t>  </a:t>
            </a:r>
            <a:r>
              <a:rPr lang="en-GB" dirty="0" err="1"/>
              <a:t>Boutarbiat</a:t>
            </a:r>
            <a:r>
              <a:rPr lang="en-GB" dirty="0"/>
              <a:t> Yassine</a:t>
            </a:r>
          </a:p>
          <a:p>
            <a:r>
              <a:rPr lang="en-GB" dirty="0"/>
              <a:t>  </a:t>
            </a:r>
            <a:r>
              <a:rPr lang="en-GB" dirty="0" err="1"/>
              <a:t>Souiher</a:t>
            </a:r>
            <a:r>
              <a:rPr lang="en-GB" dirty="0"/>
              <a:t> Akram Eddine</a:t>
            </a:r>
          </a:p>
          <a:p>
            <a:endParaRPr lang="en-GB" dirty="0"/>
          </a:p>
        </p:txBody>
      </p:sp>
      <p:pic>
        <p:nvPicPr>
          <p:cNvPr id="12" name="Picture 11">
            <a:extLst>
              <a:ext uri="{FF2B5EF4-FFF2-40B4-BE49-F238E27FC236}">
                <a16:creationId xmlns:a16="http://schemas.microsoft.com/office/drawing/2014/main" id="{E40B7242-9F8F-66A9-6C8A-D90E49A027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597520">
            <a:off x="8708160" y="850487"/>
            <a:ext cx="2271252" cy="939897"/>
          </a:xfrm>
          <a:prstGeom prst="rect">
            <a:avLst/>
          </a:prstGeom>
        </p:spPr>
      </p:pic>
    </p:spTree>
    <p:extLst>
      <p:ext uri="{BB962C8B-B14F-4D97-AF65-F5344CB8AC3E}">
        <p14:creationId xmlns:p14="http://schemas.microsoft.com/office/powerpoint/2010/main" val="1970727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F9ED8545-D624-C1B9-FF31-CAAEA7AE20E7}"/>
              </a:ext>
            </a:extLst>
          </p:cNvPr>
          <p:cNvGraphicFramePr/>
          <p:nvPr>
            <p:extLst>
              <p:ext uri="{D42A27DB-BD31-4B8C-83A1-F6EECF244321}">
                <p14:modId xmlns:p14="http://schemas.microsoft.com/office/powerpoint/2010/main" val="2857428301"/>
              </p:ext>
            </p:extLst>
          </p:nvPr>
        </p:nvGraphicFramePr>
        <p:xfrm>
          <a:off x="8554065" y="719666"/>
          <a:ext cx="254655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E216D4DA-2EA9-3FE5-A533-FA57D9C3D0E8}"/>
              </a:ext>
            </a:extLst>
          </p:cNvPr>
          <p:cNvSpPr txBox="1"/>
          <p:nvPr/>
        </p:nvSpPr>
        <p:spPr>
          <a:xfrm>
            <a:off x="2123768" y="751343"/>
            <a:ext cx="6725264" cy="2677656"/>
          </a:xfrm>
          <a:prstGeom prst="rect">
            <a:avLst/>
          </a:prstGeom>
          <a:noFill/>
        </p:spPr>
        <p:txBody>
          <a:bodyPr wrap="square" rtlCol="0">
            <a:spAutoFit/>
          </a:bodyPr>
          <a:lstStyle/>
          <a:p>
            <a:r>
              <a:rPr lang="en-GB" sz="2400" dirty="0">
                <a:solidFill>
                  <a:schemeClr val="accent5">
                    <a:lumMod val="60000"/>
                    <a:lumOff val="40000"/>
                  </a:schemeClr>
                </a:solidFill>
              </a:rPr>
              <a:t>Defining Information and Communication Technology :</a:t>
            </a:r>
          </a:p>
          <a:p>
            <a:r>
              <a:rPr lang="en-GB" dirty="0"/>
              <a:t>Information and Communication Technology (ICT) refers to the use of technology to manage and communicate information. It is a key foundation of the modern economy through digital products, software, networks, and services. ICT helps organizations improve business processes, expand global trade, and strengthen relationships. Today, effective strategic use of ICT greatly influences an organization’s productivity and innovation in the 21st century</a:t>
            </a:r>
          </a:p>
          <a:p>
            <a:r>
              <a:rPr lang="en-GB" dirty="0"/>
              <a:t>  </a:t>
            </a:r>
          </a:p>
        </p:txBody>
      </p:sp>
      <p:sp>
        <p:nvSpPr>
          <p:cNvPr id="11" name="TextBox 10">
            <a:extLst>
              <a:ext uri="{FF2B5EF4-FFF2-40B4-BE49-F238E27FC236}">
                <a16:creationId xmlns:a16="http://schemas.microsoft.com/office/drawing/2014/main" id="{B7AD0989-8BFD-3AE3-DD02-C95833D96AB1}"/>
              </a:ext>
            </a:extLst>
          </p:cNvPr>
          <p:cNvSpPr txBox="1"/>
          <p:nvPr/>
        </p:nvSpPr>
        <p:spPr>
          <a:xfrm>
            <a:off x="2123768" y="3742907"/>
            <a:ext cx="6725264" cy="2616101"/>
          </a:xfrm>
          <a:prstGeom prst="rect">
            <a:avLst/>
          </a:prstGeom>
          <a:noFill/>
        </p:spPr>
        <p:txBody>
          <a:bodyPr wrap="square" rtlCol="0">
            <a:spAutoFit/>
          </a:bodyPr>
          <a:lstStyle/>
          <a:p>
            <a:r>
              <a:rPr lang="en-GB" sz="2800" cap="small" dirty="0">
                <a:solidFill>
                  <a:schemeClr val="accent5">
                    <a:lumMod val="60000"/>
                    <a:lumOff val="40000"/>
                  </a:schemeClr>
                </a:solidFill>
              </a:rPr>
              <a:t>Report objectives and </a:t>
            </a:r>
            <a:r>
              <a:rPr lang="en-GB" sz="2800" cap="small" dirty="0" err="1">
                <a:solidFill>
                  <a:schemeClr val="accent5">
                    <a:lumMod val="60000"/>
                    <a:lumOff val="40000"/>
                  </a:schemeClr>
                </a:solidFill>
              </a:rPr>
              <a:t>Structure</a:t>
            </a:r>
            <a:r>
              <a:rPr lang="en-GB" sz="2800" dirty="0" err="1">
                <a:solidFill>
                  <a:schemeClr val="accent5">
                    <a:lumMod val="60000"/>
                    <a:lumOff val="40000"/>
                  </a:schemeClr>
                </a:solidFill>
              </a:rPr>
              <a:t>t</a:t>
            </a:r>
            <a:r>
              <a:rPr lang="en-GB" sz="2800" dirty="0">
                <a:solidFill>
                  <a:schemeClr val="accent5">
                    <a:lumMod val="60000"/>
                    <a:lumOff val="40000"/>
                  </a:schemeClr>
                </a:solidFill>
              </a:rPr>
              <a:t> :</a:t>
            </a:r>
          </a:p>
          <a:p>
            <a:r>
              <a:rPr lang="en-GB" dirty="0"/>
              <a:t>This document aims to evaluate four key ICT tools: Google Services, Microsoft Office Suite, Git, and GitHub. It highlights their strengths and explains how they work together to form an effective digital ecosystem. The report reviews the productivity suites first, then the development tools, and concludes with their combined use in enterprise ICT systems, forming the foundation for future assignments.</a:t>
            </a:r>
          </a:p>
          <a:p>
            <a:endParaRPr lang="en-GB" sz="2800" dirty="0"/>
          </a:p>
        </p:txBody>
      </p:sp>
      <p:sp>
        <p:nvSpPr>
          <p:cNvPr id="12" name="Arrow: Right 11">
            <a:extLst>
              <a:ext uri="{FF2B5EF4-FFF2-40B4-BE49-F238E27FC236}">
                <a16:creationId xmlns:a16="http://schemas.microsoft.com/office/drawing/2014/main" id="{E1AEEA85-7400-425C-9A7E-76DA6724D925}"/>
              </a:ext>
            </a:extLst>
          </p:cNvPr>
          <p:cNvSpPr/>
          <p:nvPr/>
        </p:nvSpPr>
        <p:spPr>
          <a:xfrm>
            <a:off x="1401097" y="719666"/>
            <a:ext cx="722671" cy="60468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2E99AE52-573C-1E85-BAD3-0737726C6D41}"/>
              </a:ext>
            </a:extLst>
          </p:cNvPr>
          <p:cNvSpPr/>
          <p:nvPr/>
        </p:nvSpPr>
        <p:spPr>
          <a:xfrm>
            <a:off x="1356852" y="3724298"/>
            <a:ext cx="766916" cy="6931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456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6C2C3ABC-C6E7-2E45-E3E5-ED7090F3BD2C}"/>
              </a:ext>
            </a:extLst>
          </p:cNvPr>
          <p:cNvGraphicFramePr/>
          <p:nvPr>
            <p:extLst>
              <p:ext uri="{D42A27DB-BD31-4B8C-83A1-F6EECF244321}">
                <p14:modId xmlns:p14="http://schemas.microsoft.com/office/powerpoint/2010/main" val="113340471"/>
              </p:ext>
            </p:extLst>
          </p:nvPr>
        </p:nvGraphicFramePr>
        <p:xfrm>
          <a:off x="1840271" y="1386348"/>
          <a:ext cx="8128000" cy="49142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8929AAC-77B5-18EF-E7B5-22086B68899A}"/>
              </a:ext>
            </a:extLst>
          </p:cNvPr>
          <p:cNvSpPr txBox="1"/>
          <p:nvPr/>
        </p:nvSpPr>
        <p:spPr>
          <a:xfrm>
            <a:off x="3554361" y="516194"/>
            <a:ext cx="5235678" cy="646331"/>
          </a:xfrm>
          <a:prstGeom prst="rect">
            <a:avLst/>
          </a:prstGeom>
          <a:noFill/>
        </p:spPr>
        <p:txBody>
          <a:bodyPr wrap="square" rtlCol="0">
            <a:spAutoFit/>
          </a:bodyPr>
          <a:lstStyle/>
          <a:p>
            <a:r>
              <a:rPr lang="en-GB" sz="3600" dirty="0">
                <a:solidFill>
                  <a:schemeClr val="accent5">
                    <a:lumMod val="60000"/>
                    <a:lumOff val="40000"/>
                  </a:schemeClr>
                </a:solidFill>
              </a:rPr>
              <a:t>What we study in TIC  :</a:t>
            </a:r>
            <a:endParaRPr lang="en-GB" dirty="0">
              <a:solidFill>
                <a:schemeClr val="accent5">
                  <a:lumMod val="60000"/>
                  <a:lumOff val="40000"/>
                </a:schemeClr>
              </a:solidFill>
            </a:endParaRPr>
          </a:p>
        </p:txBody>
      </p:sp>
    </p:spTree>
    <p:extLst>
      <p:ext uri="{BB962C8B-B14F-4D97-AF65-F5344CB8AC3E}">
        <p14:creationId xmlns:p14="http://schemas.microsoft.com/office/powerpoint/2010/main" val="445574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A15DA-6B6D-D023-DCBC-9B54603C3F49}"/>
              </a:ext>
            </a:extLst>
          </p:cNvPr>
          <p:cNvSpPr txBox="1"/>
          <p:nvPr/>
        </p:nvSpPr>
        <p:spPr>
          <a:xfrm>
            <a:off x="4483509" y="669383"/>
            <a:ext cx="2772697" cy="584775"/>
          </a:xfrm>
          <a:prstGeom prst="rect">
            <a:avLst/>
          </a:prstGeom>
          <a:noFill/>
        </p:spPr>
        <p:txBody>
          <a:bodyPr wrap="square" rtlCol="0">
            <a:spAutoFit/>
          </a:bodyPr>
          <a:lstStyle/>
          <a:p>
            <a:r>
              <a:rPr lang="en-GB" sz="3200" cap="small" dirty="0">
                <a:solidFill>
                  <a:srgbClr val="C00000"/>
                </a:solidFill>
              </a:rPr>
              <a:t>Microsoft APP:</a:t>
            </a:r>
            <a:endParaRPr lang="en-GB" sz="3200" dirty="0">
              <a:solidFill>
                <a:srgbClr val="C00000"/>
              </a:solidFill>
            </a:endParaRPr>
          </a:p>
        </p:txBody>
      </p:sp>
      <p:pic>
        <p:nvPicPr>
          <p:cNvPr id="4" name="Picture 3">
            <a:extLst>
              <a:ext uri="{FF2B5EF4-FFF2-40B4-BE49-F238E27FC236}">
                <a16:creationId xmlns:a16="http://schemas.microsoft.com/office/drawing/2014/main" id="{CFB46CAD-4FA8-4DAF-6072-8C6A33611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290" y="1578076"/>
            <a:ext cx="8126362" cy="4422673"/>
          </a:xfrm>
          <a:prstGeom prst="rect">
            <a:avLst/>
          </a:prstGeom>
        </p:spPr>
      </p:pic>
    </p:spTree>
    <p:extLst>
      <p:ext uri="{BB962C8B-B14F-4D97-AF65-F5344CB8AC3E}">
        <p14:creationId xmlns:p14="http://schemas.microsoft.com/office/powerpoint/2010/main" val="14435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5F4216-73C8-ED58-05B3-01E3D97F1D44}"/>
              </a:ext>
            </a:extLst>
          </p:cNvPr>
          <p:cNvSpPr txBox="1"/>
          <p:nvPr/>
        </p:nvSpPr>
        <p:spPr>
          <a:xfrm>
            <a:off x="5088194" y="589935"/>
            <a:ext cx="1740309" cy="584775"/>
          </a:xfrm>
          <a:prstGeom prst="rect">
            <a:avLst/>
          </a:prstGeom>
          <a:noFill/>
        </p:spPr>
        <p:txBody>
          <a:bodyPr wrap="square" rtlCol="0">
            <a:spAutoFit/>
          </a:bodyPr>
          <a:lstStyle/>
          <a:p>
            <a:r>
              <a:rPr lang="en-GB" sz="3200" dirty="0">
                <a:solidFill>
                  <a:srgbClr val="C00000"/>
                </a:solidFill>
              </a:rPr>
              <a:t>LA TEX:</a:t>
            </a:r>
          </a:p>
        </p:txBody>
      </p:sp>
      <p:sp>
        <p:nvSpPr>
          <p:cNvPr id="3" name="TextBox 2">
            <a:extLst>
              <a:ext uri="{FF2B5EF4-FFF2-40B4-BE49-F238E27FC236}">
                <a16:creationId xmlns:a16="http://schemas.microsoft.com/office/drawing/2014/main" id="{D8BA0914-E0DD-7A29-7D90-9A10EED0E4BC}"/>
              </a:ext>
            </a:extLst>
          </p:cNvPr>
          <p:cNvSpPr txBox="1"/>
          <p:nvPr/>
        </p:nvSpPr>
        <p:spPr>
          <a:xfrm>
            <a:off x="899652" y="1305342"/>
            <a:ext cx="4188542" cy="2123658"/>
          </a:xfrm>
          <a:prstGeom prst="rect">
            <a:avLst/>
          </a:prstGeom>
          <a:noFill/>
        </p:spPr>
        <p:txBody>
          <a:bodyPr wrap="square" rtlCol="0">
            <a:spAutoFit/>
          </a:bodyPr>
          <a:lstStyle/>
          <a:p>
            <a:r>
              <a:rPr lang="en-GB" sz="2400" dirty="0"/>
              <a:t>Definition:</a:t>
            </a:r>
          </a:p>
          <a:p>
            <a:r>
              <a:rPr lang="en-GB" dirty="0"/>
              <a:t>A milky or </a:t>
            </a:r>
            <a:r>
              <a:rPr lang="en-GB" dirty="0" err="1"/>
              <a:t>colored</a:t>
            </a:r>
            <a:r>
              <a:rPr lang="en-GB" dirty="0"/>
              <a:t> juice in certain plants in cavities (called latex cells or latex tubes). It contains the peculiar principles of the plants, whether </a:t>
            </a:r>
            <a:r>
              <a:rPr lang="en-GB" dirty="0" err="1"/>
              <a:t>aromat-ic</a:t>
            </a:r>
            <a:r>
              <a:rPr lang="en-GB" dirty="0"/>
              <a:t>, bitter, or acid, and in many instances yields caoutchouc upon coagulation.</a:t>
            </a:r>
          </a:p>
        </p:txBody>
      </p:sp>
      <p:pic>
        <p:nvPicPr>
          <p:cNvPr id="5" name="Picture 4">
            <a:extLst>
              <a:ext uri="{FF2B5EF4-FFF2-40B4-BE49-F238E27FC236}">
                <a16:creationId xmlns:a16="http://schemas.microsoft.com/office/drawing/2014/main" id="{3464A575-C851-9564-540A-3E734715B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8503" y="882322"/>
            <a:ext cx="4188542" cy="5574890"/>
          </a:xfrm>
          <a:prstGeom prst="rect">
            <a:avLst/>
          </a:prstGeom>
        </p:spPr>
      </p:pic>
      <p:pic>
        <p:nvPicPr>
          <p:cNvPr id="7" name="Picture 6">
            <a:extLst>
              <a:ext uri="{FF2B5EF4-FFF2-40B4-BE49-F238E27FC236}">
                <a16:creationId xmlns:a16="http://schemas.microsoft.com/office/drawing/2014/main" id="{58860CC2-CBA6-D734-F3FB-21A98B5968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6851" y="3881750"/>
            <a:ext cx="4344220" cy="2386315"/>
          </a:xfrm>
          <a:prstGeom prst="rect">
            <a:avLst/>
          </a:prstGeom>
        </p:spPr>
      </p:pic>
    </p:spTree>
    <p:extLst>
      <p:ext uri="{BB962C8B-B14F-4D97-AF65-F5344CB8AC3E}">
        <p14:creationId xmlns:p14="http://schemas.microsoft.com/office/powerpoint/2010/main" val="795910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613C7B-4419-F62A-896F-0145741688A1}"/>
              </a:ext>
            </a:extLst>
          </p:cNvPr>
          <p:cNvSpPr txBox="1"/>
          <p:nvPr/>
        </p:nvSpPr>
        <p:spPr>
          <a:xfrm>
            <a:off x="5029200" y="530942"/>
            <a:ext cx="2566220" cy="523220"/>
          </a:xfrm>
          <a:prstGeom prst="rect">
            <a:avLst/>
          </a:prstGeom>
          <a:noFill/>
        </p:spPr>
        <p:txBody>
          <a:bodyPr wrap="square" rtlCol="0">
            <a:spAutoFit/>
          </a:bodyPr>
          <a:lstStyle/>
          <a:p>
            <a:r>
              <a:rPr lang="en-GB" sz="2800" dirty="0">
                <a:solidFill>
                  <a:srgbClr val="C00000"/>
                </a:solidFill>
              </a:rPr>
              <a:t>HTML</a:t>
            </a:r>
            <a:r>
              <a:rPr lang="en-GB" sz="2800" dirty="0"/>
              <a:t> &amp; </a:t>
            </a:r>
            <a:r>
              <a:rPr lang="en-GB" sz="2800" dirty="0">
                <a:solidFill>
                  <a:srgbClr val="0070C0"/>
                </a:solidFill>
              </a:rPr>
              <a:t>CSS</a:t>
            </a:r>
            <a:r>
              <a:rPr lang="en-GB" sz="2800" dirty="0"/>
              <a:t>:</a:t>
            </a:r>
          </a:p>
        </p:txBody>
      </p:sp>
      <p:sp>
        <p:nvSpPr>
          <p:cNvPr id="3" name="TextBox 2">
            <a:extLst>
              <a:ext uri="{FF2B5EF4-FFF2-40B4-BE49-F238E27FC236}">
                <a16:creationId xmlns:a16="http://schemas.microsoft.com/office/drawing/2014/main" id="{23FA16CF-ED59-9DA3-3C05-E558C66C3A38}"/>
              </a:ext>
            </a:extLst>
          </p:cNvPr>
          <p:cNvSpPr txBox="1"/>
          <p:nvPr/>
        </p:nvSpPr>
        <p:spPr>
          <a:xfrm>
            <a:off x="7388942" y="1054162"/>
            <a:ext cx="3200400" cy="2400657"/>
          </a:xfrm>
          <a:prstGeom prst="rect">
            <a:avLst/>
          </a:prstGeom>
          <a:noFill/>
        </p:spPr>
        <p:txBody>
          <a:bodyPr wrap="square" rtlCol="0">
            <a:spAutoFit/>
          </a:bodyPr>
          <a:lstStyle/>
          <a:p>
            <a:r>
              <a:rPr lang="en-GB" sz="2000" dirty="0"/>
              <a:t>DEFINITION :</a:t>
            </a:r>
          </a:p>
          <a:p>
            <a:r>
              <a:rPr lang="en-GB" sz="1600" dirty="0"/>
              <a:t>HTML (</a:t>
            </a:r>
            <a:r>
              <a:rPr lang="en-GB" sz="1600" dirty="0" err="1"/>
              <a:t>HyperText</a:t>
            </a:r>
            <a:r>
              <a:rPr lang="en-GB" sz="1600" dirty="0"/>
              <a:t> Markup Language) and CSS(Cascading Style Sheets) are the two core technologies used to build and style web pages. HTML provides the structure and content, while CSS defines its visual presentation and layout.</a:t>
            </a:r>
          </a:p>
          <a:p>
            <a:endParaRPr lang="en-GB" dirty="0"/>
          </a:p>
        </p:txBody>
      </p:sp>
      <p:pic>
        <p:nvPicPr>
          <p:cNvPr id="5" name="Picture 4">
            <a:extLst>
              <a:ext uri="{FF2B5EF4-FFF2-40B4-BE49-F238E27FC236}">
                <a16:creationId xmlns:a16="http://schemas.microsoft.com/office/drawing/2014/main" id="{494A05CE-16EE-6A15-2B0A-F1DDAD51D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572" y="1167155"/>
            <a:ext cx="4008487" cy="1909200"/>
          </a:xfrm>
          <a:prstGeom prst="rect">
            <a:avLst/>
          </a:prstGeom>
        </p:spPr>
      </p:pic>
      <p:pic>
        <p:nvPicPr>
          <p:cNvPr id="7" name="Picture 6">
            <a:extLst>
              <a:ext uri="{FF2B5EF4-FFF2-40B4-BE49-F238E27FC236}">
                <a16:creationId xmlns:a16="http://schemas.microsoft.com/office/drawing/2014/main" id="{C17F5D95-BB3B-A631-8079-A2D8771C1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3422889"/>
            <a:ext cx="5486400" cy="3029201"/>
          </a:xfrm>
          <a:prstGeom prst="rect">
            <a:avLst/>
          </a:prstGeom>
        </p:spPr>
      </p:pic>
      <p:sp>
        <p:nvSpPr>
          <p:cNvPr id="8" name="Arrow: Bent 7">
            <a:extLst>
              <a:ext uri="{FF2B5EF4-FFF2-40B4-BE49-F238E27FC236}">
                <a16:creationId xmlns:a16="http://schemas.microsoft.com/office/drawing/2014/main" id="{AD7E3A3B-BABF-8B14-77F8-D86B9E0CE095}"/>
              </a:ext>
            </a:extLst>
          </p:cNvPr>
          <p:cNvSpPr/>
          <p:nvPr/>
        </p:nvSpPr>
        <p:spPr>
          <a:xfrm rot="5400000">
            <a:off x="5179632" y="1655381"/>
            <a:ext cx="1388529" cy="145341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54801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1F6CB-667E-ECC1-531D-83E0D90B6856}"/>
              </a:ext>
            </a:extLst>
          </p:cNvPr>
          <p:cNvSpPr txBox="1"/>
          <p:nvPr/>
        </p:nvSpPr>
        <p:spPr>
          <a:xfrm>
            <a:off x="4513006" y="464574"/>
            <a:ext cx="2934929" cy="523220"/>
          </a:xfrm>
          <a:prstGeom prst="rect">
            <a:avLst/>
          </a:prstGeom>
          <a:noFill/>
        </p:spPr>
        <p:txBody>
          <a:bodyPr wrap="square" rtlCol="0">
            <a:spAutoFit/>
          </a:bodyPr>
          <a:lstStyle/>
          <a:p>
            <a:r>
              <a:rPr lang="en-GB" sz="2800" dirty="0">
                <a:solidFill>
                  <a:srgbClr val="FF0000"/>
                </a:solidFill>
              </a:rPr>
              <a:t>GIT</a:t>
            </a:r>
            <a:r>
              <a:rPr lang="en-GB" sz="2800" dirty="0"/>
              <a:t> &amp; </a:t>
            </a:r>
            <a:r>
              <a:rPr lang="en-GB" sz="2800" dirty="0">
                <a:solidFill>
                  <a:schemeClr val="bg1"/>
                </a:solidFill>
              </a:rPr>
              <a:t>GIT HUB</a:t>
            </a:r>
            <a:r>
              <a:rPr lang="en-GB" sz="2800" dirty="0"/>
              <a:t> :</a:t>
            </a:r>
          </a:p>
        </p:txBody>
      </p:sp>
      <p:pic>
        <p:nvPicPr>
          <p:cNvPr id="4" name="Picture 3">
            <a:extLst>
              <a:ext uri="{FF2B5EF4-FFF2-40B4-BE49-F238E27FC236}">
                <a16:creationId xmlns:a16="http://schemas.microsoft.com/office/drawing/2014/main" id="{E6922CEA-EF71-8382-6519-97788BF18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542" y="1192776"/>
            <a:ext cx="5486400" cy="3086100"/>
          </a:xfrm>
          <a:prstGeom prst="rect">
            <a:avLst/>
          </a:prstGeom>
        </p:spPr>
      </p:pic>
      <p:graphicFrame>
        <p:nvGraphicFramePr>
          <p:cNvPr id="5" name="Table 4">
            <a:extLst>
              <a:ext uri="{FF2B5EF4-FFF2-40B4-BE49-F238E27FC236}">
                <a16:creationId xmlns:a16="http://schemas.microsoft.com/office/drawing/2014/main" id="{11FEADB9-9F4A-5BEA-F3A6-E7F45DAB625B}"/>
              </a:ext>
            </a:extLst>
          </p:cNvPr>
          <p:cNvGraphicFramePr>
            <a:graphicFrameLocks noGrp="1"/>
          </p:cNvGraphicFramePr>
          <p:nvPr>
            <p:extLst>
              <p:ext uri="{D42A27DB-BD31-4B8C-83A1-F6EECF244321}">
                <p14:modId xmlns:p14="http://schemas.microsoft.com/office/powerpoint/2010/main" val="3860360018"/>
              </p:ext>
            </p:extLst>
          </p:nvPr>
        </p:nvGraphicFramePr>
        <p:xfrm>
          <a:off x="3206135" y="4745976"/>
          <a:ext cx="5779730" cy="1483360"/>
        </p:xfrm>
        <a:graphic>
          <a:graphicData uri="http://schemas.openxmlformats.org/drawingml/2006/table">
            <a:tbl>
              <a:tblPr firstRow="1" bandRow="1">
                <a:tableStyleId>{5C22544A-7EE6-4342-B048-85BDC9FD1C3A}</a:tableStyleId>
              </a:tblPr>
              <a:tblGrid>
                <a:gridCol w="2889865">
                  <a:extLst>
                    <a:ext uri="{9D8B030D-6E8A-4147-A177-3AD203B41FA5}">
                      <a16:colId xmlns:a16="http://schemas.microsoft.com/office/drawing/2014/main" val="3585959634"/>
                    </a:ext>
                  </a:extLst>
                </a:gridCol>
                <a:gridCol w="2889865">
                  <a:extLst>
                    <a:ext uri="{9D8B030D-6E8A-4147-A177-3AD203B41FA5}">
                      <a16:colId xmlns:a16="http://schemas.microsoft.com/office/drawing/2014/main" val="289189504"/>
                    </a:ext>
                  </a:extLst>
                </a:gridCol>
              </a:tblGrid>
              <a:tr h="370840">
                <a:tc>
                  <a:txBody>
                    <a:bodyPr/>
                    <a:lstStyle/>
                    <a:p>
                      <a:r>
                        <a:rPr lang="en-GB" dirty="0"/>
                        <a:t>GIT :</a:t>
                      </a:r>
                    </a:p>
                  </a:txBody>
                  <a:tcPr/>
                </a:tc>
                <a:tc>
                  <a:txBody>
                    <a:bodyPr/>
                    <a:lstStyle/>
                    <a:p>
                      <a:r>
                        <a:rPr lang="en-GB" dirty="0"/>
                        <a:t>GIT HUB:</a:t>
                      </a:r>
                    </a:p>
                  </a:txBody>
                  <a:tcPr/>
                </a:tc>
                <a:extLst>
                  <a:ext uri="{0D108BD9-81ED-4DB2-BD59-A6C34878D82A}">
                    <a16:rowId xmlns:a16="http://schemas.microsoft.com/office/drawing/2014/main" val="2814330045"/>
                  </a:ext>
                </a:extLst>
              </a:tr>
              <a:tr h="370840">
                <a:tc>
                  <a:txBody>
                    <a:bodyPr/>
                    <a:lstStyle/>
                    <a:p>
                      <a:r>
                        <a:rPr lang="en-GB" dirty="0"/>
                        <a:t>Tool (software)</a:t>
                      </a:r>
                    </a:p>
                  </a:txBody>
                  <a:tcPr/>
                </a:tc>
                <a:tc>
                  <a:txBody>
                    <a:bodyPr/>
                    <a:lstStyle/>
                    <a:p>
                      <a:r>
                        <a:rPr lang="en-GB" dirty="0"/>
                        <a:t>Platform (website/service)</a:t>
                      </a:r>
                    </a:p>
                  </a:txBody>
                  <a:tcPr/>
                </a:tc>
                <a:extLst>
                  <a:ext uri="{0D108BD9-81ED-4DB2-BD59-A6C34878D82A}">
                    <a16:rowId xmlns:a16="http://schemas.microsoft.com/office/drawing/2014/main" val="1770961880"/>
                  </a:ext>
                </a:extLst>
              </a:tr>
              <a:tr h="370840">
                <a:tc>
                  <a:txBody>
                    <a:bodyPr/>
                    <a:lstStyle/>
                    <a:p>
                      <a:r>
                        <a:rPr lang="en-GB" dirty="0"/>
                        <a:t>Works Locally </a:t>
                      </a:r>
                    </a:p>
                  </a:txBody>
                  <a:tcPr/>
                </a:tc>
                <a:tc>
                  <a:txBody>
                    <a:bodyPr/>
                    <a:lstStyle/>
                    <a:p>
                      <a:r>
                        <a:rPr lang="en-GB" dirty="0"/>
                        <a:t>Works online</a:t>
                      </a:r>
                    </a:p>
                  </a:txBody>
                  <a:tcPr/>
                </a:tc>
                <a:extLst>
                  <a:ext uri="{0D108BD9-81ED-4DB2-BD59-A6C34878D82A}">
                    <a16:rowId xmlns:a16="http://schemas.microsoft.com/office/drawing/2014/main" val="143351862"/>
                  </a:ext>
                </a:extLst>
              </a:tr>
              <a:tr h="370840">
                <a:tc>
                  <a:txBody>
                    <a:bodyPr/>
                    <a:lstStyle/>
                    <a:p>
                      <a:r>
                        <a:rPr lang="en-GB" dirty="0"/>
                        <a:t>Version control system</a:t>
                      </a:r>
                    </a:p>
                  </a:txBody>
                  <a:tcPr/>
                </a:tc>
                <a:tc>
                  <a:txBody>
                    <a:bodyPr/>
                    <a:lstStyle/>
                    <a:p>
                      <a:r>
                        <a:rPr lang="en-GB" dirty="0"/>
                        <a:t>Git repository hosting</a:t>
                      </a:r>
                    </a:p>
                  </a:txBody>
                  <a:tcPr/>
                </a:tc>
                <a:extLst>
                  <a:ext uri="{0D108BD9-81ED-4DB2-BD59-A6C34878D82A}">
                    <a16:rowId xmlns:a16="http://schemas.microsoft.com/office/drawing/2014/main" val="2048418447"/>
                  </a:ext>
                </a:extLst>
              </a:tr>
            </a:tbl>
          </a:graphicData>
        </a:graphic>
      </p:graphicFrame>
    </p:spTree>
    <p:extLst>
      <p:ext uri="{BB962C8B-B14F-4D97-AF65-F5344CB8AC3E}">
        <p14:creationId xmlns:p14="http://schemas.microsoft.com/office/powerpoint/2010/main" val="4100038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4BED2C-E639-DFB9-86E2-AED7A0F6D2E4}"/>
              </a:ext>
            </a:extLst>
          </p:cNvPr>
          <p:cNvSpPr txBox="1"/>
          <p:nvPr/>
        </p:nvSpPr>
        <p:spPr>
          <a:xfrm>
            <a:off x="3893574" y="412955"/>
            <a:ext cx="3952568" cy="523220"/>
          </a:xfrm>
          <a:prstGeom prst="rect">
            <a:avLst/>
          </a:prstGeom>
          <a:noFill/>
        </p:spPr>
        <p:txBody>
          <a:bodyPr wrap="square" rtlCol="0">
            <a:spAutoFit/>
          </a:bodyPr>
          <a:lstStyle/>
          <a:p>
            <a:r>
              <a:rPr lang="en-GB" sz="2800" dirty="0">
                <a:solidFill>
                  <a:schemeClr val="accent5">
                    <a:lumMod val="60000"/>
                    <a:lumOff val="40000"/>
                  </a:schemeClr>
                </a:solidFill>
              </a:rPr>
              <a:t>Challenges and future:</a:t>
            </a:r>
          </a:p>
        </p:txBody>
      </p:sp>
      <p:sp>
        <p:nvSpPr>
          <p:cNvPr id="3" name="TextBox 2">
            <a:extLst>
              <a:ext uri="{FF2B5EF4-FFF2-40B4-BE49-F238E27FC236}">
                <a16:creationId xmlns:a16="http://schemas.microsoft.com/office/drawing/2014/main" id="{36D8BCFD-B86F-35C0-AFFC-E73C41E01AA6}"/>
              </a:ext>
            </a:extLst>
          </p:cNvPr>
          <p:cNvSpPr txBox="1"/>
          <p:nvPr/>
        </p:nvSpPr>
        <p:spPr>
          <a:xfrm>
            <a:off x="1445341" y="1578077"/>
            <a:ext cx="9704439" cy="4801314"/>
          </a:xfrm>
          <a:prstGeom prst="rect">
            <a:avLst/>
          </a:prstGeom>
          <a:noFill/>
        </p:spPr>
        <p:txBody>
          <a:bodyPr wrap="square" rtlCol="0">
            <a:spAutoFit/>
          </a:bodyPr>
          <a:lstStyle/>
          <a:p>
            <a:r>
              <a:rPr lang="en-GB" dirty="0"/>
              <a:t>Cybersecurity: Threats such as ransomware and phishing that endanger data integrity.</a:t>
            </a:r>
          </a:p>
          <a:p>
            <a:r>
              <a:rPr lang="en-GB" dirty="0"/>
              <a:t> • Access Inequality: Bridging the digital divide between different regions.</a:t>
            </a:r>
          </a:p>
          <a:p>
            <a:r>
              <a:rPr lang="en-GB" dirty="0"/>
              <a:t> • System Reliability: Reducing vulnerabilities in critical infrastructure.</a:t>
            </a:r>
          </a:p>
          <a:p>
            <a:r>
              <a:rPr lang="en-GB" dirty="0"/>
              <a:t> • Ethical Issues: Ensuring data privacy and reducing AI bias through strong regulatory frameworks.</a:t>
            </a:r>
          </a:p>
          <a:p>
            <a:r>
              <a:rPr lang="en-GB" dirty="0"/>
              <a:t> • Skills Development: Continuous workforce upskilling to keep pace with rapid innovation.</a:t>
            </a:r>
          </a:p>
          <a:p>
            <a:endParaRPr lang="en-GB" dirty="0"/>
          </a:p>
          <a:p>
            <a:r>
              <a:rPr lang="en-GB" dirty="0"/>
              <a:t>Future Horizons:</a:t>
            </a:r>
          </a:p>
          <a:p>
            <a:r>
              <a:rPr lang="en-GB" dirty="0"/>
              <a:t> • 6G Networks: Enabling autonomous systems and ultra-low latency communication.</a:t>
            </a:r>
          </a:p>
          <a:p>
            <a:r>
              <a:rPr lang="en-GB" dirty="0"/>
              <a:t> • Green Technology: Sustainable data </a:t>
            </a:r>
            <a:r>
              <a:rPr lang="en-GB" dirty="0" err="1"/>
              <a:t>centers</a:t>
            </a:r>
            <a:r>
              <a:rPr lang="en-GB" dirty="0"/>
              <a:t> and energy-efficient devices.</a:t>
            </a:r>
          </a:p>
          <a:p>
            <a:r>
              <a:rPr lang="en-GB" dirty="0"/>
              <a:t> • Quantum Computing: Transforming problem-solving in medicine, logistics, and other fields.</a:t>
            </a:r>
          </a:p>
          <a:p>
            <a:endParaRPr lang="en-GB" dirty="0"/>
          </a:p>
          <a:p>
            <a:r>
              <a:rPr lang="en-GB" dirty="0"/>
              <a:t>Emerging Trends:</a:t>
            </a:r>
          </a:p>
          <a:p>
            <a:r>
              <a:rPr lang="en-GB" dirty="0"/>
              <a:t> • Distributed technologies such as blockchain and brain–computer interfaces.</a:t>
            </a:r>
          </a:p>
          <a:p>
            <a:r>
              <a:rPr lang="en-GB" dirty="0"/>
              <a:t> • Predictive analytics in healthcare, edge computing, and advances in natural language processing.</a:t>
            </a:r>
          </a:p>
          <a:p>
            <a:r>
              <a:rPr lang="en-GB" dirty="0"/>
              <a:t> • Collaborative robots improving efficiency and safety in manufacturing.</a:t>
            </a:r>
          </a:p>
          <a:p>
            <a:r>
              <a:rPr lang="en-GB" dirty="0"/>
              <a:t> • New fields like space ICT and underwater communication expanding connectivity to hard-to-reach environments.</a:t>
            </a:r>
          </a:p>
        </p:txBody>
      </p:sp>
    </p:spTree>
    <p:extLst>
      <p:ext uri="{BB962C8B-B14F-4D97-AF65-F5344CB8AC3E}">
        <p14:creationId xmlns:p14="http://schemas.microsoft.com/office/powerpoint/2010/main" val="12101886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2030</TotalTime>
  <Words>532</Words>
  <Application>Microsoft Office PowerPoint</Application>
  <PresentationFormat>Widescreen</PresentationFormat>
  <Paragraphs>60</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Tw Cen MT</vt:lpstr>
      <vt:lpstr>Circuit</vt:lpstr>
      <vt:lpstr>Final projet TCI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Chebchoub</dc:creator>
  <cp:lastModifiedBy>Mohamed Chebchoub</cp:lastModifiedBy>
  <cp:revision>3</cp:revision>
  <dcterms:created xsi:type="dcterms:W3CDTF">2025-12-17T23:19:36Z</dcterms:created>
  <dcterms:modified xsi:type="dcterms:W3CDTF">2025-12-26T11:59:44Z</dcterms:modified>
</cp:coreProperties>
</file>